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66" r:id="rId12"/>
    <p:sldId id="267" r:id="rId13"/>
    <p:sldId id="273" r:id="rId14"/>
    <p:sldId id="271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8ED9AF-A879-B978-0C2A-30D2873055C7}" v="4" dt="2026-07-20T05:28:11.239"/>
    <p1510:client id="{38DC7482-35FC-9DB3-A266-F84F0D1DCA4E}" v="63" dt="2026-07-19T15:00:33.853"/>
    <p1510:client id="{42998C6B-ED61-CAD5-EC6E-8F6749C5E164}" v="2" dt="2026-07-18T12:35:53.910"/>
    <p1510:client id="{5A3FE030-CBDB-260A-8DD5-B3D1643FB187}" v="2" dt="2026-07-20T05:33:32.799"/>
    <p1510:client id="{64D8CBFC-9E35-4DAA-822B-58DD27659955}" v="5" dt="2026-07-19T14:22:27.396"/>
    <p1510:client id="{85BF6782-98F3-EE62-6A77-1CC4FDB3D9CA}" v="20" dt="2026-07-20T06:12:08.503"/>
    <p1510:client id="{93105443-63B9-7F6F-5A60-4E1C3BD9B080}" v="113" dt="2026-07-19T17:25:19.042"/>
    <p1510:client id="{95E577CB-D6C2-0F80-458D-92940BB029B2}" v="4" dt="2026-07-19T22:28:19.035"/>
    <p1510:client id="{9D28AC6B-0814-2AFD-EEB1-FC456110DE2F}" v="3" dt="2026-07-19T00:44:36.224"/>
    <p1510:client id="{A42DC8A2-2C89-EA5C-4C84-ECDC4160D258}" v="47" dt="2026-07-19T14:54:05.738"/>
    <p1510:client id="{C4DD4812-FF34-990A-632F-F0C271C6919E}" v="74" dt="2026-07-19T13:31:15.723"/>
    <p1510:client id="{D00449D6-1F08-C97C-7A7F-E5789FCDBB51}" v="2" dt="2026-07-18T13:57:21.280"/>
    <p1510:client id="{DC3061BE-7A31-02C3-34DB-00F2B72E19BC}" v="6" dt="2026-07-19T15:38:32.332"/>
    <p1510:client id="{F94A2296-01C3-8823-C7A3-5F3E951512BC}" v="64" dt="2026-07-18T16:20:24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1214" autoAdjust="0"/>
  </p:normalViewPr>
  <p:slideViewPr>
    <p:cSldViewPr snapToGrid="0">
      <p:cViewPr varScale="1">
        <p:scale>
          <a:sx n="45" d="100"/>
          <a:sy n="45" d="100"/>
        </p:scale>
        <p:origin x="209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us Claaßen / HFW424" userId="S::linus.claassen@edu.fhdw.de::b998a3cb-55e4-4ae0-837f-698620271401" providerId="AD" clId="Web-{95E577CB-D6C2-0F80-458D-92940BB029B2}"/>
    <pc:docChg chg="addSld delSld">
      <pc:chgData name="Linus Claaßen / HFW424" userId="S::linus.claassen@edu.fhdw.de::b998a3cb-55e4-4ae0-837f-698620271401" providerId="AD" clId="Web-{95E577CB-D6C2-0F80-458D-92940BB029B2}" dt="2026-07-19T22:28:19.035" v="3"/>
      <pc:docMkLst>
        <pc:docMk/>
      </pc:docMkLst>
      <pc:sldChg chg="del">
        <pc:chgData name="Linus Claaßen / HFW424" userId="S::linus.claassen@edu.fhdw.de::b998a3cb-55e4-4ae0-837f-698620271401" providerId="AD" clId="Web-{95E577CB-D6C2-0F80-458D-92940BB029B2}" dt="2026-07-19T14:05:59.037" v="1"/>
        <pc:sldMkLst>
          <pc:docMk/>
          <pc:sldMk cId="0" sldId="264"/>
        </pc:sldMkLst>
      </pc:sldChg>
      <pc:sldChg chg="del">
        <pc:chgData name="Linus Claaßen / HFW424" userId="S::linus.claassen@edu.fhdw.de::b998a3cb-55e4-4ae0-837f-698620271401" providerId="AD" clId="Web-{95E577CB-D6C2-0F80-458D-92940BB029B2}" dt="2026-07-19T22:28:19.035" v="3"/>
        <pc:sldMkLst>
          <pc:docMk/>
          <pc:sldMk cId="0" sldId="265"/>
        </pc:sldMkLst>
      </pc:sldChg>
      <pc:sldChg chg="add">
        <pc:chgData name="Linus Claaßen / HFW424" userId="S::linus.claassen@edu.fhdw.de::b998a3cb-55e4-4ae0-837f-698620271401" providerId="AD" clId="Web-{95E577CB-D6C2-0F80-458D-92940BB029B2}" dt="2026-07-19T14:05:54.990" v="0"/>
        <pc:sldMkLst>
          <pc:docMk/>
          <pc:sldMk cId="1413838553" sldId="272"/>
        </pc:sldMkLst>
      </pc:sldChg>
      <pc:sldChg chg="add">
        <pc:chgData name="Linus Claaßen / HFW424" userId="S::linus.claassen@edu.fhdw.de::b998a3cb-55e4-4ae0-837f-698620271401" providerId="AD" clId="Web-{95E577CB-D6C2-0F80-458D-92940BB029B2}" dt="2026-07-19T22:27:47.438" v="2"/>
        <pc:sldMkLst>
          <pc:docMk/>
          <pc:sldMk cId="2505625193" sldId="274"/>
        </pc:sldMkLst>
      </pc:sldChg>
    </pc:docChg>
  </pc:docChgLst>
  <pc:docChgLst>
    <pc:chgData name="Tim Ye / HFW424" userId="S::tim.ye@edu.fhdw.de::a8ecf5d7-fc97-4c57-90be-0aa66c6e5ba4" providerId="AD" clId="Web-{D00449D6-1F08-C97C-7A7F-E5789FCDBB51}"/>
    <pc:docChg chg="modSld">
      <pc:chgData name="Tim Ye / HFW424" userId="S::tim.ye@edu.fhdw.de::a8ecf5d7-fc97-4c57-90be-0aa66c6e5ba4" providerId="AD" clId="Web-{D00449D6-1F08-C97C-7A7F-E5789FCDBB51}" dt="2026-07-18T13:57:21.280" v="1" actId="20577"/>
      <pc:docMkLst>
        <pc:docMk/>
      </pc:docMkLst>
      <pc:sldChg chg="modSp">
        <pc:chgData name="Tim Ye / HFW424" userId="S::tim.ye@edu.fhdw.de::a8ecf5d7-fc97-4c57-90be-0aa66c6e5ba4" providerId="AD" clId="Web-{D00449D6-1F08-C97C-7A7F-E5789FCDBB51}" dt="2026-07-18T13:57:21.280" v="1" actId="20577"/>
        <pc:sldMkLst>
          <pc:docMk/>
          <pc:sldMk cId="0" sldId="259"/>
        </pc:sldMkLst>
        <pc:spChg chg="mod">
          <ac:chgData name="Tim Ye / HFW424" userId="S::tim.ye@edu.fhdw.de::a8ecf5d7-fc97-4c57-90be-0aa66c6e5ba4" providerId="AD" clId="Web-{D00449D6-1F08-C97C-7A7F-E5789FCDBB51}" dt="2026-07-18T13:57:21.280" v="1" actId="20577"/>
          <ac:spMkLst>
            <pc:docMk/>
            <pc:sldMk cId="0" sldId="259"/>
            <ac:spMk id="8" creationId="{00000000-0000-0000-0000-000000000000}"/>
          </ac:spMkLst>
        </pc:spChg>
      </pc:sldChg>
    </pc:docChg>
  </pc:docChgLst>
  <pc:docChgLst>
    <pc:chgData name="Bastian Menzel / HFW424" userId="S::bastian.menzel@edu.fhdw.de::60659f83-0eb6-4fb2-a9e5-b2123c46c657" providerId="AD" clId="Web-{F94A2296-01C3-8823-C7A3-5F3E951512BC}"/>
    <pc:docChg chg="modSld">
      <pc:chgData name="Bastian Menzel / HFW424" userId="S::bastian.menzel@edu.fhdw.de::60659f83-0eb6-4fb2-a9e5-b2123c46c657" providerId="AD" clId="Web-{F94A2296-01C3-8823-C7A3-5F3E951512BC}" dt="2026-07-18T16:20:20.483" v="62" actId="20577"/>
      <pc:docMkLst>
        <pc:docMk/>
      </pc:docMkLst>
      <pc:sldChg chg="modSp">
        <pc:chgData name="Bastian Menzel / HFW424" userId="S::bastian.menzel@edu.fhdw.de::60659f83-0eb6-4fb2-a9e5-b2123c46c657" providerId="AD" clId="Web-{F94A2296-01C3-8823-C7A3-5F3E951512BC}" dt="2026-07-18T16:20:20.483" v="62" actId="20577"/>
        <pc:sldMkLst>
          <pc:docMk/>
          <pc:sldMk cId="0" sldId="260"/>
        </pc:sldMkLst>
        <pc:spChg chg="mod">
          <ac:chgData name="Bastian Menzel / HFW424" userId="S::bastian.menzel@edu.fhdw.de::60659f83-0eb6-4fb2-a9e5-b2123c46c657" providerId="AD" clId="Web-{F94A2296-01C3-8823-C7A3-5F3E951512BC}" dt="2026-07-18T16:20:20.483" v="62" actId="20577"/>
          <ac:spMkLst>
            <pc:docMk/>
            <pc:sldMk cId="0" sldId="260"/>
            <ac:spMk id="13" creationId="{00000000-0000-0000-0000-000000000000}"/>
          </ac:spMkLst>
        </pc:spChg>
      </pc:sldChg>
    </pc:docChg>
  </pc:docChgLst>
  <pc:docChgLst>
    <pc:chgData name="Jannik Schulz / HFW424" userId="S::jannik.schulz@edu.fhdw.de::664d5bb1-1155-4ac5-9258-e2c2b9d20ae5" providerId="AD" clId="Web-{9D28AC6B-0814-2AFD-EEB1-FC456110DE2F}"/>
    <pc:docChg chg="modSld">
      <pc:chgData name="Jannik Schulz / HFW424" userId="S::jannik.schulz@edu.fhdw.de::664d5bb1-1155-4ac5-9258-e2c2b9d20ae5" providerId="AD" clId="Web-{9D28AC6B-0814-2AFD-EEB1-FC456110DE2F}" dt="2026-07-19T00:44:36.224" v="2" actId="20577"/>
      <pc:docMkLst>
        <pc:docMk/>
      </pc:docMkLst>
      <pc:sldChg chg="modSp">
        <pc:chgData name="Jannik Schulz / HFW424" userId="S::jannik.schulz@edu.fhdw.de::664d5bb1-1155-4ac5-9258-e2c2b9d20ae5" providerId="AD" clId="Web-{9D28AC6B-0814-2AFD-EEB1-FC456110DE2F}" dt="2026-07-19T00:44:36.224" v="2" actId="20577"/>
        <pc:sldMkLst>
          <pc:docMk/>
          <pc:sldMk cId="0" sldId="268"/>
        </pc:sldMkLst>
        <pc:spChg chg="mod">
          <ac:chgData name="Jannik Schulz / HFW424" userId="S::jannik.schulz@edu.fhdw.de::664d5bb1-1155-4ac5-9258-e2c2b9d20ae5" providerId="AD" clId="Web-{9D28AC6B-0814-2AFD-EEB1-FC456110DE2F}" dt="2026-07-19T00:44:36.224" v="2" actId="20577"/>
          <ac:spMkLst>
            <pc:docMk/>
            <pc:sldMk cId="0" sldId="268"/>
            <ac:spMk id="5" creationId="{00000000-0000-0000-0000-000000000000}"/>
          </ac:spMkLst>
        </pc:spChg>
      </pc:sldChg>
    </pc:docChg>
  </pc:docChgLst>
  <pc:docChgLst>
    <pc:chgData name="Tim Ye / HFW424" userId="S::tim.ye@edu.fhdw.de::a8ecf5d7-fc97-4c57-90be-0aa66c6e5ba4" providerId="AD" clId="Web-{DC3061BE-7A31-02C3-34DB-00F2B72E19BC}"/>
    <pc:docChg chg="modSld">
      <pc:chgData name="Tim Ye / HFW424" userId="S::tim.ye@edu.fhdw.de::a8ecf5d7-fc97-4c57-90be-0aa66c6e5ba4" providerId="AD" clId="Web-{DC3061BE-7A31-02C3-34DB-00F2B72E19BC}" dt="2026-07-19T15:38:32.332" v="5" actId="20577"/>
      <pc:docMkLst>
        <pc:docMk/>
      </pc:docMkLst>
      <pc:sldChg chg="modSp">
        <pc:chgData name="Tim Ye / HFW424" userId="S::tim.ye@edu.fhdw.de::a8ecf5d7-fc97-4c57-90be-0aa66c6e5ba4" providerId="AD" clId="Web-{DC3061BE-7A31-02C3-34DB-00F2B72E19BC}" dt="2026-07-19T15:38:32.332" v="5" actId="20577"/>
        <pc:sldMkLst>
          <pc:docMk/>
          <pc:sldMk cId="0" sldId="259"/>
        </pc:sldMkLst>
        <pc:spChg chg="mod">
          <ac:chgData name="Tim Ye / HFW424" userId="S::tim.ye@edu.fhdw.de::a8ecf5d7-fc97-4c57-90be-0aa66c6e5ba4" providerId="AD" clId="Web-{DC3061BE-7A31-02C3-34DB-00F2B72E19BC}" dt="2026-07-19T15:38:32.332" v="5" actId="20577"/>
          <ac:spMkLst>
            <pc:docMk/>
            <pc:sldMk cId="0" sldId="259"/>
            <ac:spMk id="8" creationId="{00000000-0000-0000-0000-000000000000}"/>
          </ac:spMkLst>
        </pc:spChg>
      </pc:sldChg>
    </pc:docChg>
  </pc:docChgLst>
  <pc:docChgLst>
    <pc:chgData name="Lewin Claaßen / HFW424" userId="S::lewin.claassen@edu.fhdw.de::1257112c-88fc-4c1c-90b1-2ec720a32593" providerId="AD" clId="Web-{85BF6782-98F3-EE62-6A77-1CC4FDB3D9CA}"/>
    <pc:docChg chg="modSld">
      <pc:chgData name="Lewin Claaßen / HFW424" userId="S::lewin.claassen@edu.fhdw.de::1257112c-88fc-4c1c-90b1-2ec720a32593" providerId="AD" clId="Web-{85BF6782-98F3-EE62-6A77-1CC4FDB3D9CA}" dt="2026-07-20T06:12:08.503" v="19" actId="20577"/>
      <pc:docMkLst>
        <pc:docMk/>
      </pc:docMkLst>
      <pc:sldChg chg="modSp">
        <pc:chgData name="Lewin Claaßen / HFW424" userId="S::lewin.claassen@edu.fhdw.de::1257112c-88fc-4c1c-90b1-2ec720a32593" providerId="AD" clId="Web-{85BF6782-98F3-EE62-6A77-1CC4FDB3D9CA}" dt="2026-07-20T06:12:08.503" v="19" actId="20577"/>
        <pc:sldMkLst>
          <pc:docMk/>
          <pc:sldMk cId="0" sldId="266"/>
        </pc:sldMkLst>
        <pc:spChg chg="mod">
          <ac:chgData name="Lewin Claaßen / HFW424" userId="S::lewin.claassen@edu.fhdw.de::1257112c-88fc-4c1c-90b1-2ec720a32593" providerId="AD" clId="Web-{85BF6782-98F3-EE62-6A77-1CC4FDB3D9CA}" dt="2026-07-20T06:12:08.503" v="19" actId="20577"/>
          <ac:spMkLst>
            <pc:docMk/>
            <pc:sldMk cId="0" sldId="266"/>
            <ac:spMk id="7" creationId="{00000000-0000-0000-0000-000000000000}"/>
          </ac:spMkLst>
        </pc:spChg>
      </pc:sldChg>
    </pc:docChg>
  </pc:docChgLst>
  <pc:docChgLst>
    <pc:chgData name="Lewin Claaßen / HFW424" userId="S::lewin.claassen@edu.fhdw.de::1257112c-88fc-4c1c-90b1-2ec720a32593" providerId="AD" clId="Web-{42998C6B-ED61-CAD5-EC6E-8F6749C5E164}"/>
    <pc:docChg chg="addSld delSld">
      <pc:chgData name="Lewin Claaßen / HFW424" userId="S::lewin.claassen@edu.fhdw.de::1257112c-88fc-4c1c-90b1-2ec720a32593" providerId="AD" clId="Web-{42998C6B-ED61-CAD5-EC6E-8F6749C5E164}" dt="2026-07-18T12:35:53.910" v="1"/>
      <pc:docMkLst>
        <pc:docMk/>
      </pc:docMkLst>
      <pc:sldChg chg="add del">
        <pc:chgData name="Lewin Claaßen / HFW424" userId="S::lewin.claassen@edu.fhdw.de::1257112c-88fc-4c1c-90b1-2ec720a32593" providerId="AD" clId="Web-{42998C6B-ED61-CAD5-EC6E-8F6749C5E164}" dt="2026-07-18T12:35:53.910" v="1"/>
        <pc:sldMkLst>
          <pc:docMk/>
          <pc:sldMk cId="3056319625" sldId="271"/>
        </pc:sldMkLst>
      </pc:sldChg>
    </pc:docChg>
  </pc:docChgLst>
  <pc:docChgLst>
    <pc:chgData name="Tim Ye / HFW424" userId="S::tim.ye@edu.fhdw.de::a8ecf5d7-fc97-4c57-90be-0aa66c6e5ba4" providerId="AD" clId="Web-{C4DD4812-FF34-990A-632F-F0C271C6919E}"/>
    <pc:docChg chg="modSld">
      <pc:chgData name="Tim Ye / HFW424" userId="S::tim.ye@edu.fhdw.de::a8ecf5d7-fc97-4c57-90be-0aa66c6e5ba4" providerId="AD" clId="Web-{C4DD4812-FF34-990A-632F-F0C271C6919E}" dt="2026-07-19T13:31:15.723" v="70" actId="20577"/>
      <pc:docMkLst>
        <pc:docMk/>
      </pc:docMkLst>
      <pc:sldChg chg="addSp delSp modSp">
        <pc:chgData name="Tim Ye / HFW424" userId="S::tim.ye@edu.fhdw.de::a8ecf5d7-fc97-4c57-90be-0aa66c6e5ba4" providerId="AD" clId="Web-{C4DD4812-FF34-990A-632F-F0C271C6919E}" dt="2026-07-19T13:24:48.816" v="66" actId="20577"/>
        <pc:sldMkLst>
          <pc:docMk/>
          <pc:sldMk cId="0" sldId="256"/>
        </pc:sldMkLst>
        <pc:spChg chg="add del mod">
          <ac:chgData name="Tim Ye / HFW424" userId="S::tim.ye@edu.fhdw.de::a8ecf5d7-fc97-4c57-90be-0aa66c6e5ba4" providerId="AD" clId="Web-{C4DD4812-FF34-990A-632F-F0C271C6919E}" dt="2026-07-19T13:24:48.816" v="66" actId="20577"/>
          <ac:spMkLst>
            <pc:docMk/>
            <pc:sldMk cId="0" sldId="256"/>
            <ac:spMk id="29" creationId="{00000000-0000-0000-0000-000000000000}"/>
          </ac:spMkLst>
        </pc:spChg>
      </pc:sldChg>
      <pc:sldChg chg="modSp">
        <pc:chgData name="Tim Ye / HFW424" userId="S::tim.ye@edu.fhdw.de::a8ecf5d7-fc97-4c57-90be-0aa66c6e5ba4" providerId="AD" clId="Web-{C4DD4812-FF34-990A-632F-F0C271C6919E}" dt="2026-07-19T13:31:15.723" v="70" actId="20577"/>
        <pc:sldMkLst>
          <pc:docMk/>
          <pc:sldMk cId="0" sldId="257"/>
        </pc:sldMkLst>
        <pc:spChg chg="mod">
          <ac:chgData name="Tim Ye / HFW424" userId="S::tim.ye@edu.fhdw.de::a8ecf5d7-fc97-4c57-90be-0aa66c6e5ba4" providerId="AD" clId="Web-{C4DD4812-FF34-990A-632F-F0C271C6919E}" dt="2026-07-19T13:19:37.021" v="2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Tim Ye / HFW424" userId="S::tim.ye@edu.fhdw.de::a8ecf5d7-fc97-4c57-90be-0aa66c6e5ba4" providerId="AD" clId="Web-{C4DD4812-FF34-990A-632F-F0C271C6919E}" dt="2026-07-19T13:31:15.723" v="70" actId="20577"/>
          <ac:spMkLst>
            <pc:docMk/>
            <pc:sldMk cId="0" sldId="257"/>
            <ac:spMk id="10" creationId="{00000000-0000-0000-0000-000000000000}"/>
          </ac:spMkLst>
        </pc:spChg>
      </pc:sldChg>
      <pc:sldChg chg="modSp">
        <pc:chgData name="Tim Ye / HFW424" userId="S::tim.ye@edu.fhdw.de::a8ecf5d7-fc97-4c57-90be-0aa66c6e5ba4" providerId="AD" clId="Web-{C4DD4812-FF34-990A-632F-F0C271C6919E}" dt="2026-07-19T13:21:39.089" v="25" actId="20577"/>
        <pc:sldMkLst>
          <pc:docMk/>
          <pc:sldMk cId="0" sldId="258"/>
        </pc:sldMkLst>
        <pc:spChg chg="mod">
          <ac:chgData name="Tim Ye / HFW424" userId="S::tim.ye@edu.fhdw.de::a8ecf5d7-fc97-4c57-90be-0aa66c6e5ba4" providerId="AD" clId="Web-{C4DD4812-FF34-990A-632F-F0C271C6919E}" dt="2026-07-19T13:21:39.089" v="25" actId="20577"/>
          <ac:spMkLst>
            <pc:docMk/>
            <pc:sldMk cId="0" sldId="258"/>
            <ac:spMk id="2" creationId="{00000000-0000-0000-0000-000000000000}"/>
          </ac:spMkLst>
        </pc:spChg>
      </pc:sldChg>
      <pc:sldChg chg="modSp">
        <pc:chgData name="Tim Ye / HFW424" userId="S::tim.ye@edu.fhdw.de::a8ecf5d7-fc97-4c57-90be-0aa66c6e5ba4" providerId="AD" clId="Web-{C4DD4812-FF34-990A-632F-F0C271C6919E}" dt="2026-07-19T13:22:23.998" v="59" actId="20577"/>
        <pc:sldMkLst>
          <pc:docMk/>
          <pc:sldMk cId="0" sldId="259"/>
        </pc:sldMkLst>
        <pc:spChg chg="mod">
          <ac:chgData name="Tim Ye / HFW424" userId="S::tim.ye@edu.fhdw.de::a8ecf5d7-fc97-4c57-90be-0aa66c6e5ba4" providerId="AD" clId="Web-{C4DD4812-FF34-990A-632F-F0C271C6919E}" dt="2026-07-19T13:19:22.036" v="2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Tim Ye / HFW424" userId="S::tim.ye@edu.fhdw.de::a8ecf5d7-fc97-4c57-90be-0aa66c6e5ba4" providerId="AD" clId="Web-{C4DD4812-FF34-990A-632F-F0C271C6919E}" dt="2026-07-19T13:19:29.708" v="22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Tim Ye / HFW424" userId="S::tim.ye@edu.fhdw.de::a8ecf5d7-fc97-4c57-90be-0aa66c6e5ba4" providerId="AD" clId="Web-{C4DD4812-FF34-990A-632F-F0C271C6919E}" dt="2026-07-19T13:22:23.998" v="59" actId="20577"/>
          <ac:spMkLst>
            <pc:docMk/>
            <pc:sldMk cId="0" sldId="259"/>
            <ac:spMk id="6" creationId="{00000000-0000-0000-0000-000000000000}"/>
          </ac:spMkLst>
        </pc:spChg>
      </pc:sldChg>
    </pc:docChg>
  </pc:docChgLst>
  <pc:docChgLst>
    <pc:chgData name="Linus Claaßen / HFW424" userId="S::linus.claassen@edu.fhdw.de::b998a3cb-55e4-4ae0-837f-698620271401" providerId="AD" clId="Web-{5A3FE030-CBDB-260A-8DD5-B3D1643FB187}"/>
    <pc:docChg chg="addSld delSld">
      <pc:chgData name="Linus Claaßen / HFW424" userId="S::linus.claassen@edu.fhdw.de::b998a3cb-55e4-4ae0-837f-698620271401" providerId="AD" clId="Web-{5A3FE030-CBDB-260A-8DD5-B3D1643FB187}" dt="2026-07-20T05:33:32.799" v="1"/>
      <pc:docMkLst>
        <pc:docMk/>
      </pc:docMkLst>
      <pc:sldChg chg="add">
        <pc:chgData name="Linus Claaßen / HFW424" userId="S::linus.claassen@edu.fhdw.de::b998a3cb-55e4-4ae0-837f-698620271401" providerId="AD" clId="Web-{5A3FE030-CBDB-260A-8DD5-B3D1643FB187}" dt="2026-07-20T05:33:24.986" v="0"/>
        <pc:sldMkLst>
          <pc:docMk/>
          <pc:sldMk cId="0" sldId="264"/>
        </pc:sldMkLst>
      </pc:sldChg>
      <pc:sldChg chg="del">
        <pc:chgData name="Linus Claaßen / HFW424" userId="S::linus.claassen@edu.fhdw.de::b998a3cb-55e4-4ae0-837f-698620271401" providerId="AD" clId="Web-{5A3FE030-CBDB-260A-8DD5-B3D1643FB187}" dt="2026-07-20T05:33:32.799" v="1"/>
        <pc:sldMkLst>
          <pc:docMk/>
          <pc:sldMk cId="1413838553" sldId="272"/>
        </pc:sldMkLst>
      </pc:sldChg>
    </pc:docChg>
  </pc:docChgLst>
  <pc:docChgLst>
    <pc:chgData name="Tim Ye / HFW424" userId="S::tim.ye@edu.fhdw.de::a8ecf5d7-fc97-4c57-90be-0aa66c6e5ba4" providerId="AD" clId="Web-{88980EE5-1E05-9B67-8D93-C73ECADA2954}"/>
    <pc:docChg chg="modSld">
      <pc:chgData name="Tim Ye / HFW424" userId="S::tim.ye@edu.fhdw.de::a8ecf5d7-fc97-4c57-90be-0aa66c6e5ba4" providerId="AD" clId="Web-{88980EE5-1E05-9B67-8D93-C73ECADA2954}" dt="2026-07-19T14:22:21.833" v="3" actId="20577"/>
      <pc:docMkLst>
        <pc:docMk/>
      </pc:docMkLst>
      <pc:sldChg chg="modSp">
        <pc:chgData name="Tim Ye / HFW424" userId="S::tim.ye@edu.fhdw.de::a8ecf5d7-fc97-4c57-90be-0aa66c6e5ba4" providerId="AD" clId="Web-{88980EE5-1E05-9B67-8D93-C73ECADA2954}" dt="2026-07-19T14:22:21.833" v="3" actId="20577"/>
        <pc:sldMkLst>
          <pc:docMk/>
          <pc:sldMk cId="0" sldId="257"/>
        </pc:sldMkLst>
        <pc:spChg chg="mod">
          <ac:chgData name="Tim Ye / HFW424" userId="S::tim.ye@edu.fhdw.de::a8ecf5d7-fc97-4c57-90be-0aa66c6e5ba4" providerId="AD" clId="Web-{88980EE5-1E05-9B67-8D93-C73ECADA2954}" dt="2026-07-19T14:22:21.833" v="3" actId="20577"/>
          <ac:spMkLst>
            <pc:docMk/>
            <pc:sldMk cId="0" sldId="257"/>
            <ac:spMk id="26" creationId="{00000000-0000-0000-0000-000000000000}"/>
          </ac:spMkLst>
        </pc:spChg>
      </pc:sldChg>
      <pc:sldChg chg="delSp modSp">
        <pc:chgData name="Tim Ye / HFW424" userId="S::tim.ye@edu.fhdw.de::a8ecf5d7-fc97-4c57-90be-0aa66c6e5ba4" providerId="AD" clId="Web-{88980EE5-1E05-9B67-8D93-C73ECADA2954}" dt="2026-07-19T14:14:18.413" v="2"/>
        <pc:sldMkLst>
          <pc:docMk/>
          <pc:sldMk cId="0" sldId="258"/>
        </pc:sldMkLst>
        <pc:spChg chg="mod">
          <ac:chgData name="Tim Ye / HFW424" userId="S::tim.ye@edu.fhdw.de::a8ecf5d7-fc97-4c57-90be-0aa66c6e5ba4" providerId="AD" clId="Web-{88980EE5-1E05-9B67-8D93-C73ECADA2954}" dt="2026-07-19T14:04:43.520" v="1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Tim Ye / HFW424" userId="S::tim.ye@edu.fhdw.de::a8ecf5d7-fc97-4c57-90be-0aa66c6e5ba4" providerId="AD" clId="Web-{88980EE5-1E05-9B67-8D93-C73ECADA2954}" dt="2026-07-19T14:14:18.413" v="2"/>
          <ac:spMkLst>
            <pc:docMk/>
            <pc:sldMk cId="0" sldId="258"/>
            <ac:spMk id="8" creationId="{00000000-0000-0000-0000-000000000000}"/>
          </ac:spMkLst>
        </pc:spChg>
      </pc:sldChg>
    </pc:docChg>
  </pc:docChgLst>
  <pc:docChgLst>
    <pc:chgData name="Bastian Menzel / HFW424" userId="S::bastian.menzel@edu.fhdw.de::60659f83-0eb6-4fb2-a9e5-b2123c46c657" providerId="AD" clId="Web-{38DC7482-35FC-9DB3-A266-F84F0D1DCA4E}"/>
    <pc:docChg chg="modSld">
      <pc:chgData name="Bastian Menzel / HFW424" userId="S::bastian.menzel@edu.fhdw.de::60659f83-0eb6-4fb2-a9e5-b2123c46c657" providerId="AD" clId="Web-{38DC7482-35FC-9DB3-A266-F84F0D1DCA4E}" dt="2026-07-19T15:00:30.478" v="291"/>
      <pc:docMkLst>
        <pc:docMk/>
      </pc:docMkLst>
      <pc:sldChg chg="modSp">
        <pc:chgData name="Bastian Menzel / HFW424" userId="S::bastian.menzel@edu.fhdw.de::60659f83-0eb6-4fb2-a9e5-b2123c46c657" providerId="AD" clId="Web-{38DC7482-35FC-9DB3-A266-F84F0D1DCA4E}" dt="2026-07-19T09:48:28.591" v="26" actId="20577"/>
        <pc:sldMkLst>
          <pc:docMk/>
          <pc:sldMk cId="0" sldId="256"/>
        </pc:sldMkLst>
        <pc:spChg chg="mod">
          <ac:chgData name="Bastian Menzel / HFW424" userId="S::bastian.menzel@edu.fhdw.de::60659f83-0eb6-4fb2-a9e5-b2123c46c657" providerId="AD" clId="Web-{38DC7482-35FC-9DB3-A266-F84F0D1DCA4E}" dt="2026-07-19T09:48:28.591" v="26" actId="20577"/>
          <ac:spMkLst>
            <pc:docMk/>
            <pc:sldMk cId="0" sldId="256"/>
            <ac:spMk id="29" creationId="{00000000-0000-0000-0000-000000000000}"/>
          </ac:spMkLst>
        </pc:spChg>
      </pc:sldChg>
      <pc:sldChg chg="modSp modNotes">
        <pc:chgData name="Bastian Menzel / HFW424" userId="S::bastian.menzel@edu.fhdw.de::60659f83-0eb6-4fb2-a9e5-b2123c46c657" providerId="AD" clId="Web-{38DC7482-35FC-9DB3-A266-F84F0D1DCA4E}" dt="2026-07-19T15:00:30.478" v="291"/>
        <pc:sldMkLst>
          <pc:docMk/>
          <pc:sldMk cId="0" sldId="260"/>
        </pc:sldMkLst>
        <pc:spChg chg="mod">
          <ac:chgData name="Bastian Menzel / HFW424" userId="S::bastian.menzel@edu.fhdw.de::60659f83-0eb6-4fb2-a9e5-b2123c46c657" providerId="AD" clId="Web-{38DC7482-35FC-9DB3-A266-F84F0D1DCA4E}" dt="2026-07-19T10:33:40.678" v="45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astian Menzel / HFW424" userId="S::bastian.menzel@edu.fhdw.de::60659f83-0eb6-4fb2-a9e5-b2123c46c657" providerId="AD" clId="Web-{38DC7482-35FC-9DB3-A266-F84F0D1DCA4E}" dt="2026-07-19T14:13:14.189" v="58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Notes">
        <pc:chgData name="Bastian Menzel / HFW424" userId="S::bastian.menzel@edu.fhdw.de::60659f83-0eb6-4fb2-a9e5-b2123c46c657" providerId="AD" clId="Web-{38DC7482-35FC-9DB3-A266-F84F0D1DCA4E}" dt="2026-07-19T14:54:10.495" v="161"/>
        <pc:sldMkLst>
          <pc:docMk/>
          <pc:sldMk cId="0" sldId="261"/>
        </pc:sldMkLst>
        <pc:spChg chg="mod">
          <ac:chgData name="Bastian Menzel / HFW424" userId="S::bastian.menzel@edu.fhdw.de::60659f83-0eb6-4fb2-a9e5-b2123c46c657" providerId="AD" clId="Web-{38DC7482-35FC-9DB3-A266-F84F0D1DCA4E}" dt="2026-07-19T10:35:36.108" v="55" actId="20577"/>
          <ac:spMkLst>
            <pc:docMk/>
            <pc:sldMk cId="0" sldId="261"/>
            <ac:spMk id="26" creationId="{00000000-0000-0000-0000-000000000000}"/>
          </ac:spMkLst>
        </pc:spChg>
      </pc:sldChg>
    </pc:docChg>
  </pc:docChgLst>
  <pc:docChgLst>
    <pc:chgData name="Tim Ye / HFW424" userId="S::tim.ye@edu.fhdw.de::a8ecf5d7-fc97-4c57-90be-0aa66c6e5ba4" providerId="AD" clId="Web-{2B8ED9AF-A879-B978-0C2A-30D2873055C7}"/>
    <pc:docChg chg="modSld">
      <pc:chgData name="Tim Ye / HFW424" userId="S::tim.ye@edu.fhdw.de::a8ecf5d7-fc97-4c57-90be-0aa66c6e5ba4" providerId="AD" clId="Web-{2B8ED9AF-A879-B978-0C2A-30D2873055C7}" dt="2026-07-20T05:28:11.239" v="3" actId="20577"/>
      <pc:docMkLst>
        <pc:docMk/>
      </pc:docMkLst>
      <pc:sldChg chg="modSp">
        <pc:chgData name="Tim Ye / HFW424" userId="S::tim.ye@edu.fhdw.de::a8ecf5d7-fc97-4c57-90be-0aa66c6e5ba4" providerId="AD" clId="Web-{2B8ED9AF-A879-B978-0C2A-30D2873055C7}" dt="2026-07-20T05:28:11.239" v="3" actId="20577"/>
        <pc:sldMkLst>
          <pc:docMk/>
          <pc:sldMk cId="0" sldId="257"/>
        </pc:sldMkLst>
        <pc:spChg chg="mod">
          <ac:chgData name="Tim Ye / HFW424" userId="S::tim.ye@edu.fhdw.de::a8ecf5d7-fc97-4c57-90be-0aa66c6e5ba4" providerId="AD" clId="Web-{2B8ED9AF-A879-B978-0C2A-30D2873055C7}" dt="2026-07-20T05:28:11.239" v="3" actId="20577"/>
          <ac:spMkLst>
            <pc:docMk/>
            <pc:sldMk cId="0" sldId="257"/>
            <ac:spMk id="10" creationId="{00000000-0000-0000-0000-000000000000}"/>
          </ac:spMkLst>
        </pc:spChg>
      </pc:sldChg>
    </pc:docChg>
  </pc:docChgLst>
  <pc:docChgLst>
    <pc:chgData name="Jannik Schulz / HFW424" userId="S::jannik.schulz@edu.fhdw.de::664d5bb1-1155-4ac5-9258-e2c2b9d20ae5" providerId="AD" clId="Web-{A42DC8A2-2C89-EA5C-4C84-ECDC4160D258}"/>
    <pc:docChg chg="modSld">
      <pc:chgData name="Jannik Schulz / HFW424" userId="S::jannik.schulz@edu.fhdw.de::664d5bb1-1155-4ac5-9258-e2c2b9d20ae5" providerId="AD" clId="Web-{A42DC8A2-2C89-EA5C-4C84-ECDC4160D258}" dt="2026-07-19T14:54:05.738" v="46" actId="20577"/>
      <pc:docMkLst>
        <pc:docMk/>
      </pc:docMkLst>
      <pc:sldChg chg="delSp modSp">
        <pc:chgData name="Jannik Schulz / HFW424" userId="S::jannik.schulz@edu.fhdw.de::664d5bb1-1155-4ac5-9258-e2c2b9d20ae5" providerId="AD" clId="Web-{A42DC8A2-2C89-EA5C-4C84-ECDC4160D258}" dt="2026-07-19T14:54:05.738" v="46" actId="20577"/>
        <pc:sldMkLst>
          <pc:docMk/>
          <pc:sldMk cId="0" sldId="268"/>
        </pc:sldMkLst>
        <pc:spChg chg="mod">
          <ac:chgData name="Jannik Schulz / HFW424" userId="S::jannik.schulz@edu.fhdw.de::664d5bb1-1155-4ac5-9258-e2c2b9d20ae5" providerId="AD" clId="Web-{A42DC8A2-2C89-EA5C-4C84-ECDC4160D258}" dt="2026-07-19T14:54:05.738" v="46" actId="20577"/>
          <ac:spMkLst>
            <pc:docMk/>
            <pc:sldMk cId="0" sldId="268"/>
            <ac:spMk id="5" creationId="{00000000-0000-0000-0000-000000000000}"/>
          </ac:spMkLst>
        </pc:spChg>
        <pc:spChg chg="del">
          <ac:chgData name="Jannik Schulz / HFW424" userId="S::jannik.schulz@edu.fhdw.de::664d5bb1-1155-4ac5-9258-e2c2b9d20ae5" providerId="AD" clId="Web-{A42DC8A2-2C89-EA5C-4C84-ECDC4160D258}" dt="2026-07-19T14:29:40.329" v="24"/>
          <ac:spMkLst>
            <pc:docMk/>
            <pc:sldMk cId="0" sldId="268"/>
            <ac:spMk id="9" creationId="{00000000-0000-0000-0000-000000000000}"/>
          </ac:spMkLst>
        </pc:spChg>
      </pc:sldChg>
      <pc:sldChg chg="addSp delSp modSp">
        <pc:chgData name="Jannik Schulz / HFW424" userId="S::jannik.schulz@edu.fhdw.de::664d5bb1-1155-4ac5-9258-e2c2b9d20ae5" providerId="AD" clId="Web-{A42DC8A2-2C89-EA5C-4C84-ECDC4160D258}" dt="2026-07-19T14:50:31.416" v="30" actId="1076"/>
        <pc:sldMkLst>
          <pc:docMk/>
          <pc:sldMk cId="0" sldId="269"/>
        </pc:sldMkLst>
        <pc:spChg chg="add del">
          <ac:chgData name="Jannik Schulz / HFW424" userId="S::jannik.schulz@edu.fhdw.de::664d5bb1-1155-4ac5-9258-e2c2b9d20ae5" providerId="AD" clId="Web-{A42DC8A2-2C89-EA5C-4C84-ECDC4160D258}" dt="2026-07-19T14:15:25.713" v="14"/>
          <ac:spMkLst>
            <pc:docMk/>
            <pc:sldMk cId="0" sldId="269"/>
            <ac:spMk id="4" creationId="{00000000-0000-0000-0000-000000000000}"/>
          </ac:spMkLst>
        </pc:spChg>
        <pc:spChg chg="add del">
          <ac:chgData name="Jannik Schulz / HFW424" userId="S::jannik.schulz@edu.fhdw.de::664d5bb1-1155-4ac5-9258-e2c2b9d20ae5" providerId="AD" clId="Web-{A42DC8A2-2C89-EA5C-4C84-ECDC4160D258}" dt="2026-07-19T14:15:25.713" v="13"/>
          <ac:spMkLst>
            <pc:docMk/>
            <pc:sldMk cId="0" sldId="269"/>
            <ac:spMk id="5" creationId="{00000000-0000-0000-0000-000000000000}"/>
          </ac:spMkLst>
        </pc:spChg>
        <pc:spChg chg="add del">
          <ac:chgData name="Jannik Schulz / HFW424" userId="S::jannik.schulz@edu.fhdw.de::664d5bb1-1155-4ac5-9258-e2c2b9d20ae5" providerId="AD" clId="Web-{A42DC8A2-2C89-EA5C-4C84-ECDC4160D258}" dt="2026-07-19T14:15:25.713" v="12"/>
          <ac:spMkLst>
            <pc:docMk/>
            <pc:sldMk cId="0" sldId="269"/>
            <ac:spMk id="6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15:40.604" v="15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50:31.400" v="28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15:40.636" v="17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15:40.651" v="18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50:31.416" v="29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15:40.667" v="20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15:40.683" v="21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50:31.416" v="30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annik Schulz / HFW424" userId="S::jannik.schulz@edu.fhdw.de::664d5bb1-1155-4ac5-9258-e2c2b9d20ae5" providerId="AD" clId="Web-{A42DC8A2-2C89-EA5C-4C84-ECDC4160D258}" dt="2026-07-19T14:15:40.698" v="23" actId="1076"/>
          <ac:spMkLst>
            <pc:docMk/>
            <pc:sldMk cId="0" sldId="269"/>
            <ac:spMk id="15" creationId="{00000000-0000-0000-0000-000000000000}"/>
          </ac:spMkLst>
        </pc:spChg>
      </pc:sldChg>
    </pc:docChg>
  </pc:docChgLst>
  <pc:docChgLst>
    <pc:chgData name="Tim Ye / HFW424" userId="S::tim.ye@edu.fhdw.de::a8ecf5d7-fc97-4c57-90be-0aa66c6e5ba4" providerId="AD" clId="Web-{1EE6924A-A0A6-FF0B-B2CB-65BD0AB84184}"/>
    <pc:docChg chg="modSld">
      <pc:chgData name="Tim Ye / HFW424" userId="S::tim.ye@edu.fhdw.de::a8ecf5d7-fc97-4c57-90be-0aa66c6e5ba4" providerId="AD" clId="Web-{1EE6924A-A0A6-FF0B-B2CB-65BD0AB84184}" dt="2026-07-17T07:22:31.071" v="6"/>
      <pc:docMkLst>
        <pc:docMk/>
      </pc:docMkLst>
      <pc:sldChg chg="delSp modSp">
        <pc:chgData name="Tim Ye / HFW424" userId="S::tim.ye@edu.fhdw.de::a8ecf5d7-fc97-4c57-90be-0aa66c6e5ba4" providerId="AD" clId="Web-{1EE6924A-A0A6-FF0B-B2CB-65BD0AB84184}" dt="2026-07-17T07:22:31.071" v="6"/>
        <pc:sldMkLst>
          <pc:docMk/>
          <pc:sldMk cId="0" sldId="257"/>
        </pc:sldMkLst>
      </pc:sldChg>
    </pc:docChg>
  </pc:docChgLst>
  <pc:docChgLst>
    <pc:chgData name="Lewin Claaßen / HFW424" userId="S::lewin.claassen@edu.fhdw.de::1257112c-88fc-4c1c-90b1-2ec720a32593" providerId="AD" clId="Web-{93105443-63B9-7F6F-5A60-4E1C3BD9B080}"/>
    <pc:docChg chg="addSld modSld">
      <pc:chgData name="Lewin Claaßen / HFW424" userId="S::lewin.claassen@edu.fhdw.de::1257112c-88fc-4c1c-90b1-2ec720a32593" providerId="AD" clId="Web-{93105443-63B9-7F6F-5A60-4E1C3BD9B080}" dt="2026-07-19T17:25:19.042" v="110" actId="20577"/>
      <pc:docMkLst>
        <pc:docMk/>
      </pc:docMkLst>
      <pc:sldChg chg="modSp">
        <pc:chgData name="Lewin Claaßen / HFW424" userId="S::lewin.claassen@edu.fhdw.de::1257112c-88fc-4c1c-90b1-2ec720a32593" providerId="AD" clId="Web-{93105443-63B9-7F6F-5A60-4E1C3BD9B080}" dt="2026-07-19T14:55:47.584" v="98" actId="14100"/>
        <pc:sldMkLst>
          <pc:docMk/>
          <pc:sldMk cId="0" sldId="263"/>
        </pc:sldMkLst>
        <pc:spChg chg="mod">
          <ac:chgData name="Lewin Claaßen / HFW424" userId="S::lewin.claassen@edu.fhdw.de::1257112c-88fc-4c1c-90b1-2ec720a32593" providerId="AD" clId="Web-{93105443-63B9-7F6F-5A60-4E1C3BD9B080}" dt="2026-07-19T14:55:37.552" v="95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55:37.568" v="96" actId="1076"/>
          <ac:spMkLst>
            <pc:docMk/>
            <pc:sldMk cId="0" sldId="263"/>
            <ac:spMk id="12" creationId="{00000000-0000-0000-0000-000000000000}"/>
          </ac:spMkLst>
        </pc:spChg>
        <pc:picChg chg="mod">
          <ac:chgData name="Lewin Claaßen / HFW424" userId="S::lewin.claassen@edu.fhdw.de::1257112c-88fc-4c1c-90b1-2ec720a32593" providerId="AD" clId="Web-{93105443-63B9-7F6F-5A60-4E1C3BD9B080}" dt="2026-07-19T14:55:43.396" v="97" actId="14100"/>
          <ac:picMkLst>
            <pc:docMk/>
            <pc:sldMk cId="0" sldId="263"/>
            <ac:picMk id="7" creationId="{00000000-0000-0000-0000-000000000000}"/>
          </ac:picMkLst>
        </pc:picChg>
        <pc:picChg chg="mod">
          <ac:chgData name="Lewin Claaßen / HFW424" userId="S::lewin.claassen@edu.fhdw.de::1257112c-88fc-4c1c-90b1-2ec720a32593" providerId="AD" clId="Web-{93105443-63B9-7F6F-5A60-4E1C3BD9B080}" dt="2026-07-19T14:55:47.584" v="98" actId="14100"/>
          <ac:picMkLst>
            <pc:docMk/>
            <pc:sldMk cId="0" sldId="263"/>
            <ac:picMk id="11" creationId="{00000000-0000-0000-0000-000000000000}"/>
          </ac:picMkLst>
        </pc:picChg>
      </pc:sldChg>
      <pc:sldChg chg="modSp">
        <pc:chgData name="Lewin Claaßen / HFW424" userId="S::lewin.claassen@edu.fhdw.de::1257112c-88fc-4c1c-90b1-2ec720a32593" providerId="AD" clId="Web-{93105443-63B9-7F6F-5A60-4E1C3BD9B080}" dt="2026-07-19T13:20:47.293" v="9" actId="20577"/>
        <pc:sldMkLst>
          <pc:docMk/>
          <pc:sldMk cId="0" sldId="266"/>
        </pc:sldMkLst>
        <pc:spChg chg="mod">
          <ac:chgData name="Lewin Claaßen / HFW424" userId="S::lewin.claassen@edu.fhdw.de::1257112c-88fc-4c1c-90b1-2ec720a32593" providerId="AD" clId="Web-{93105443-63B9-7F6F-5A60-4E1C3BD9B080}" dt="2026-07-19T13:02:42.298" v="5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3:20:47.293" v="9" actId="20577"/>
          <ac:spMkLst>
            <pc:docMk/>
            <pc:sldMk cId="0" sldId="266"/>
            <ac:spMk id="13" creationId="{00000000-0000-0000-0000-000000000000}"/>
          </ac:spMkLst>
        </pc:spChg>
      </pc:sldChg>
      <pc:sldChg chg="addSp delSp modSp">
        <pc:chgData name="Lewin Claaßen / HFW424" userId="S::lewin.claassen@edu.fhdw.de::1257112c-88fc-4c1c-90b1-2ec720a32593" providerId="AD" clId="Web-{93105443-63B9-7F6F-5A60-4E1C3BD9B080}" dt="2026-07-19T14:12:56.792" v="94" actId="14100"/>
        <pc:sldMkLst>
          <pc:docMk/>
          <pc:sldMk cId="0" sldId="267"/>
        </pc:sldMkLst>
        <pc:spChg chg="mod">
          <ac:chgData name="Lewin Claaßen / HFW424" userId="S::lewin.claassen@edu.fhdw.de::1257112c-88fc-4c1c-90b1-2ec720a32593" providerId="AD" clId="Web-{93105443-63B9-7F6F-5A60-4E1C3BD9B080}" dt="2026-07-19T14:12:43.885" v="91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2:48.417" v="92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2:37.432" v="90" actId="14100"/>
          <ac:spMkLst>
            <pc:docMk/>
            <pc:sldMk cId="0" sldId="267"/>
            <ac:spMk id="8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1:52.961" v="84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2:32.901" v="89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2:53.198" v="93" actId="14100"/>
          <ac:spMkLst>
            <pc:docMk/>
            <pc:sldMk cId="0" sldId="267"/>
            <ac:spMk id="15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2:14.587" v="87" actId="1410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4:12:56.792" v="94" actId="14100"/>
          <ac:spMkLst>
            <pc:docMk/>
            <pc:sldMk cId="0" sldId="267"/>
            <ac:spMk id="19" creationId="{00000000-0000-0000-0000-000000000000}"/>
          </ac:spMkLst>
        </pc:spChg>
        <pc:spChg chg="del">
          <ac:chgData name="Lewin Claaßen / HFW424" userId="S::lewin.claassen@edu.fhdw.de::1257112c-88fc-4c1c-90b1-2ec720a32593" providerId="AD" clId="Web-{93105443-63B9-7F6F-5A60-4E1C3BD9B080}" dt="2026-07-19T14:01:50.750" v="19"/>
          <ac:spMkLst>
            <pc:docMk/>
            <pc:sldMk cId="0" sldId="267"/>
            <ac:spMk id="20" creationId="{00000000-0000-0000-0000-000000000000}"/>
          </ac:spMkLst>
        </pc:spChg>
        <pc:spChg chg="del">
          <ac:chgData name="Lewin Claaßen / HFW424" userId="S::lewin.claassen@edu.fhdw.de::1257112c-88fc-4c1c-90b1-2ec720a32593" providerId="AD" clId="Web-{93105443-63B9-7F6F-5A60-4E1C3BD9B080}" dt="2026-07-19T14:01:50.750" v="17"/>
          <ac:spMkLst>
            <pc:docMk/>
            <pc:sldMk cId="0" sldId="267"/>
            <ac:spMk id="22" creationId="{00000000-0000-0000-0000-000000000000}"/>
          </ac:spMkLst>
        </pc:spChg>
        <pc:spChg chg="del">
          <ac:chgData name="Lewin Claaßen / HFW424" userId="S::lewin.claassen@edu.fhdw.de::1257112c-88fc-4c1c-90b1-2ec720a32593" providerId="AD" clId="Web-{93105443-63B9-7F6F-5A60-4E1C3BD9B080}" dt="2026-07-19T14:01:50.750" v="15"/>
          <ac:spMkLst>
            <pc:docMk/>
            <pc:sldMk cId="0" sldId="267"/>
            <ac:spMk id="24" creationId="{00000000-0000-0000-0000-000000000000}"/>
          </ac:spMkLst>
        </pc:spChg>
        <pc:spChg chg="add del mod">
          <ac:chgData name="Lewin Claaßen / HFW424" userId="S::lewin.claassen@edu.fhdw.de::1257112c-88fc-4c1c-90b1-2ec720a32593" providerId="AD" clId="Web-{93105443-63B9-7F6F-5A60-4E1C3BD9B080}" dt="2026-07-19T13:58:03.898" v="13"/>
          <ac:spMkLst>
            <pc:docMk/>
            <pc:sldMk cId="0" sldId="267"/>
            <ac:spMk id="28" creationId="{68889562-284E-BDB0-4248-A5BED50E2BCA}"/>
          </ac:spMkLst>
        </pc:spChg>
        <pc:picChg chg="del">
          <ac:chgData name="Lewin Claaßen / HFW424" userId="S::lewin.claassen@edu.fhdw.de::1257112c-88fc-4c1c-90b1-2ec720a32593" providerId="AD" clId="Web-{93105443-63B9-7F6F-5A60-4E1C3BD9B080}" dt="2026-07-19T14:01:50.750" v="18"/>
          <ac:picMkLst>
            <pc:docMk/>
            <pc:sldMk cId="0" sldId="267"/>
            <ac:picMk id="21" creationId="{00000000-0000-0000-0000-000000000000}"/>
          </ac:picMkLst>
        </pc:picChg>
        <pc:picChg chg="del">
          <ac:chgData name="Lewin Claaßen / HFW424" userId="S::lewin.claassen@edu.fhdw.de::1257112c-88fc-4c1c-90b1-2ec720a32593" providerId="AD" clId="Web-{93105443-63B9-7F6F-5A60-4E1C3BD9B080}" dt="2026-07-19T14:01:50.750" v="16"/>
          <ac:picMkLst>
            <pc:docMk/>
            <pc:sldMk cId="0" sldId="267"/>
            <ac:picMk id="23" creationId="{00000000-0000-0000-0000-000000000000}"/>
          </ac:picMkLst>
        </pc:picChg>
      </pc:sldChg>
      <pc:sldChg chg="addSp delSp modSp">
        <pc:chgData name="Lewin Claaßen / HFW424" userId="S::lewin.claassen@edu.fhdw.de::1257112c-88fc-4c1c-90b1-2ec720a32593" providerId="AD" clId="Web-{93105443-63B9-7F6F-5A60-4E1C3BD9B080}" dt="2026-07-19T17:24:16.868" v="106" actId="20577"/>
        <pc:sldMkLst>
          <pc:docMk/>
          <pc:sldMk cId="0" sldId="268"/>
        </pc:sldMkLst>
        <pc:spChg chg="add del mod">
          <ac:chgData name="Lewin Claaßen / HFW424" userId="S::lewin.claassen@edu.fhdw.de::1257112c-88fc-4c1c-90b1-2ec720a32593" providerId="AD" clId="Web-{93105443-63B9-7F6F-5A60-4E1C3BD9B080}" dt="2026-07-19T17:24:16.868" v="106" actId="20577"/>
          <ac:spMkLst>
            <pc:docMk/>
            <pc:sldMk cId="0" sldId="268"/>
            <ac:spMk id="10" creationId="{00000000-0000-0000-0000-000000000000}"/>
          </ac:spMkLst>
        </pc:spChg>
      </pc:sldChg>
      <pc:sldChg chg="modSp">
        <pc:chgData name="Lewin Claaßen / HFW424" userId="S::lewin.claassen@edu.fhdw.de::1257112c-88fc-4c1c-90b1-2ec720a32593" providerId="AD" clId="Web-{93105443-63B9-7F6F-5A60-4E1C3BD9B080}" dt="2026-07-19T17:24:27.165" v="107" actId="20577"/>
        <pc:sldMkLst>
          <pc:docMk/>
          <pc:sldMk cId="0" sldId="269"/>
        </pc:sldMkLst>
        <pc:spChg chg="mod">
          <ac:chgData name="Lewin Claaßen / HFW424" userId="S::lewin.claassen@edu.fhdw.de::1257112c-88fc-4c1c-90b1-2ec720a32593" providerId="AD" clId="Web-{93105443-63B9-7F6F-5A60-4E1C3BD9B080}" dt="2026-07-19T17:24:27.165" v="107" actId="20577"/>
          <ac:spMkLst>
            <pc:docMk/>
            <pc:sldMk cId="0" sldId="269"/>
            <ac:spMk id="17" creationId="{00000000-0000-0000-0000-000000000000}"/>
          </ac:spMkLst>
        </pc:spChg>
      </pc:sldChg>
      <pc:sldChg chg="addSp delSp modSp add">
        <pc:chgData name="Lewin Claaßen / HFW424" userId="S::lewin.claassen@edu.fhdw.de::1257112c-88fc-4c1c-90b1-2ec720a32593" providerId="AD" clId="Web-{93105443-63B9-7F6F-5A60-4E1C3BD9B080}" dt="2026-07-19T17:24:09.258" v="105" actId="20577"/>
        <pc:sldMkLst>
          <pc:docMk/>
          <pc:sldMk cId="673098717" sldId="271"/>
        </pc:sldMkLst>
        <pc:spChg chg="del mod">
          <ac:chgData name="Lewin Claaßen / HFW424" userId="S::lewin.claassen@edu.fhdw.de::1257112c-88fc-4c1c-90b1-2ec720a32593" providerId="AD" clId="Web-{93105443-63B9-7F6F-5A60-4E1C3BD9B080}" dt="2026-07-19T14:07:47.499" v="60"/>
          <ac:spMkLst>
            <pc:docMk/>
            <pc:sldMk cId="673098717" sldId="271"/>
            <ac:spMk id="2" creationId="{39C52692-ABF4-46CA-80DE-9D75B4A2D948}"/>
          </ac:spMkLst>
        </pc:spChg>
        <pc:spChg chg="add del mod">
          <ac:chgData name="Lewin Claaßen / HFW424" userId="S::lewin.claassen@edu.fhdw.de::1257112c-88fc-4c1c-90b1-2ec720a32593" providerId="AD" clId="Web-{93105443-63B9-7F6F-5A60-4E1C3BD9B080}" dt="2026-07-19T14:07:51.764" v="62"/>
          <ac:spMkLst>
            <pc:docMk/>
            <pc:sldMk cId="673098717" sldId="271"/>
            <ac:spMk id="11" creationId="{20DA4E12-1A73-689D-D9AF-EDD27A144157}"/>
          </ac:spMkLst>
        </pc:spChg>
        <pc:spChg chg="add del mod">
          <ac:chgData name="Lewin Claaßen / HFW424" userId="S::lewin.claassen@edu.fhdw.de::1257112c-88fc-4c1c-90b1-2ec720a32593" providerId="AD" clId="Web-{93105443-63B9-7F6F-5A60-4E1C3BD9B080}" dt="2026-07-19T17:24:09.258" v="105" actId="20577"/>
          <ac:spMkLst>
            <pc:docMk/>
            <pc:sldMk cId="673098717" sldId="271"/>
            <ac:spMk id="13" creationId="{DE573B89-4C59-4F35-AD5D-6BDE1B20AC38}"/>
          </ac:spMkLst>
        </pc:spChg>
        <pc:spChg chg="add mod">
          <ac:chgData name="Lewin Claaßen / HFW424" userId="S::lewin.claassen@edu.fhdw.de::1257112c-88fc-4c1c-90b1-2ec720a32593" providerId="AD" clId="Web-{93105443-63B9-7F6F-5A60-4E1C3BD9B080}" dt="2026-07-19T14:09:22.471" v="81" actId="20577"/>
          <ac:spMkLst>
            <pc:docMk/>
            <pc:sldMk cId="673098717" sldId="271"/>
            <ac:spMk id="16" creationId="{13A5C53F-E24B-2ECE-77E2-3A576846513C}"/>
          </ac:spMkLst>
        </pc:spChg>
        <pc:picChg chg="mod">
          <ac:chgData name="Lewin Claaßen / HFW424" userId="S::lewin.claassen@edu.fhdw.de::1257112c-88fc-4c1c-90b1-2ec720a32593" providerId="AD" clId="Web-{93105443-63B9-7F6F-5A60-4E1C3BD9B080}" dt="2026-07-19T14:05:34.540" v="49" actId="1076"/>
          <ac:picMkLst>
            <pc:docMk/>
            <pc:sldMk cId="673098717" sldId="271"/>
            <ac:picMk id="22" creationId="{00000000-0000-0000-0000-000000000000}"/>
          </ac:picMkLst>
        </pc:picChg>
      </pc:sldChg>
      <pc:sldChg chg="modSp add">
        <pc:chgData name="Lewin Claaßen / HFW424" userId="S::lewin.claassen@edu.fhdw.de::1257112c-88fc-4c1c-90b1-2ec720a32593" providerId="AD" clId="Web-{93105443-63B9-7F6F-5A60-4E1C3BD9B080}" dt="2026-07-19T17:25:19.042" v="110" actId="20577"/>
        <pc:sldMkLst>
          <pc:docMk/>
          <pc:sldMk cId="4159541926" sldId="273"/>
        </pc:sldMkLst>
        <pc:spChg chg="mod">
          <ac:chgData name="Lewin Claaßen / HFW424" userId="S::lewin.claassen@edu.fhdw.de::1257112c-88fc-4c1c-90b1-2ec720a32593" providerId="AD" clId="Web-{93105443-63B9-7F6F-5A60-4E1C3BD9B080}" dt="2026-07-19T17:25:19.042" v="110" actId="20577"/>
          <ac:spMkLst>
            <pc:docMk/>
            <pc:sldMk cId="4159541926" sldId="273"/>
            <ac:spMk id="4" creationId="{93ACDAF2-E408-4D83-A8CD-D935C9318403}"/>
          </ac:spMkLst>
        </pc:spChg>
        <pc:spChg chg="mod">
          <ac:chgData name="Lewin Claaßen / HFW424" userId="S::lewin.claassen@edu.fhdw.de::1257112c-88fc-4c1c-90b1-2ec720a32593" providerId="AD" clId="Web-{93105443-63B9-7F6F-5A60-4E1C3BD9B080}" dt="2026-07-19T17:23:26.554" v="101" actId="20577"/>
          <ac:spMkLst>
            <pc:docMk/>
            <pc:sldMk cId="4159541926" sldId="273"/>
            <ac:spMk id="8" creationId="{12BAD80E-6D45-4F9E-B253-DA8D136BDE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B4F2B-5C96-4DBC-87FB-8CD10B8F047E}" type="datetimeFigureOut">
              <a:t>20.07.2026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338D5-1F64-47F9-87B7-C9BE1B82C30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4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Namen der </a:t>
            </a:r>
            <a:r>
              <a:rPr lang="en-US" dirty="0" err="1"/>
              <a:t>Gruppenmitglieder</a:t>
            </a:r>
            <a:r>
              <a:rPr lang="en-US" dirty="0"/>
              <a:t> </a:t>
            </a:r>
            <a:r>
              <a:rPr lang="en-US" dirty="0" err="1"/>
              <a:t>ergänzen</a:t>
            </a:r>
            <a:r>
              <a:rPr lang="en-US" dirty="0"/>
              <a:t>. </a:t>
            </a:r>
            <a:r>
              <a:rPr lang="en-US" dirty="0" err="1"/>
              <a:t>Einstiegssatz</a:t>
            </a:r>
            <a:r>
              <a:rPr lang="en-US" dirty="0"/>
              <a:t>: Wir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untersucht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</a:t>
            </a:r>
            <a:r>
              <a:rPr lang="en-US" dirty="0" err="1"/>
              <a:t>zuverlässig</a:t>
            </a:r>
            <a:r>
              <a:rPr lang="en-US" dirty="0"/>
              <a:t> KIs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Lastenheften</a:t>
            </a:r>
            <a:r>
              <a:rPr lang="en-US" dirty="0"/>
              <a:t> UML-</a:t>
            </a:r>
            <a:r>
              <a:rPr lang="en-US" dirty="0" err="1"/>
              <a:t>Diagramme</a:t>
            </a:r>
            <a:r>
              <a:rPr lang="en-US" dirty="0"/>
              <a:t> </a:t>
            </a:r>
            <a:r>
              <a:rPr lang="en-US" dirty="0" err="1"/>
              <a:t>erzeugen</a:t>
            </a:r>
            <a:r>
              <a:rPr lang="en-US" dirty="0"/>
              <a:t> – und wo man </a:t>
            </a:r>
            <a:r>
              <a:rPr lang="en-US" dirty="0" err="1"/>
              <a:t>ihnen</a:t>
            </a:r>
            <a:r>
              <a:rPr lang="en-US" dirty="0"/>
              <a:t> nicht </a:t>
            </a:r>
            <a:r>
              <a:rPr lang="en-US" dirty="0" err="1"/>
              <a:t>trauen</a:t>
            </a:r>
            <a:r>
              <a:rPr lang="en-US" dirty="0"/>
              <a:t> </a:t>
            </a:r>
            <a:r>
              <a:rPr lang="en-US" dirty="0" err="1"/>
              <a:t>darf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"Den </a:t>
            </a:r>
            <a:r>
              <a:rPr lang="en-US" err="1">
                <a:ea typeface="Calibri"/>
                <a:cs typeface="Calibri"/>
              </a:rPr>
              <a:t>Diagrammauftrag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grundlegend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selber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geschrieben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ihn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aber</a:t>
            </a:r>
            <a:r>
              <a:rPr lang="en-US">
                <a:ea typeface="Calibri"/>
                <a:cs typeface="Calibri"/>
              </a:rPr>
              <a:t> von </a:t>
            </a:r>
            <a:r>
              <a:rPr lang="en-US" err="1">
                <a:ea typeface="Calibri"/>
                <a:cs typeface="Calibri"/>
              </a:rPr>
              <a:t>einer</a:t>
            </a:r>
            <a:r>
              <a:rPr lang="en-US">
                <a:ea typeface="Calibri"/>
                <a:cs typeface="Calibri"/>
              </a:rPr>
              <a:t> KI </a:t>
            </a:r>
            <a:r>
              <a:rPr lang="en-US" err="1">
                <a:ea typeface="Calibri"/>
                <a:cs typeface="Calibri"/>
              </a:rPr>
              <a:t>Verbessern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lassen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damit</a:t>
            </a:r>
            <a:r>
              <a:rPr lang="en-US">
                <a:ea typeface="Calibri"/>
                <a:cs typeface="Calibri"/>
              </a:rPr>
              <a:t> er maximal </a:t>
            </a:r>
            <a:r>
              <a:rPr lang="en-US" err="1">
                <a:ea typeface="Calibri"/>
                <a:cs typeface="Calibri"/>
              </a:rPr>
              <a:t>effe</a:t>
            </a:r>
            <a:r>
              <a:rPr lang="en-US">
                <a:ea typeface="Calibri"/>
                <a:cs typeface="Calibri"/>
              </a:rPr>
              <a:t>ktiv </a:t>
            </a:r>
            <a:r>
              <a:rPr lang="en-US" err="1">
                <a:ea typeface="Calibri"/>
                <a:cs typeface="Calibri"/>
              </a:rPr>
              <a:t>ist</a:t>
            </a:r>
            <a:r>
              <a:rPr lang="en-US">
                <a:ea typeface="Calibri"/>
                <a:cs typeface="Calibri"/>
              </a:rPr>
              <a:t>."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-&gt; Sagen, </a:t>
            </a:r>
            <a:r>
              <a:rPr lang="en-US" dirty="0" err="1">
                <a:ea typeface="Calibri"/>
                <a:cs typeface="Calibri"/>
              </a:rPr>
              <a:t>dass</a:t>
            </a:r>
            <a:r>
              <a:rPr lang="en-US" dirty="0">
                <a:ea typeface="Calibri"/>
                <a:cs typeface="Calibri"/>
              </a:rPr>
              <a:t> die KIs die </a:t>
            </a:r>
            <a:r>
              <a:rPr lang="en-US" dirty="0" err="1">
                <a:ea typeface="Calibri"/>
                <a:cs typeface="Calibri"/>
              </a:rPr>
              <a:t>Unterschiede</a:t>
            </a:r>
            <a:r>
              <a:rPr lang="en-US" dirty="0">
                <a:ea typeface="Calibri"/>
                <a:cs typeface="Calibri"/>
              </a:rPr>
              <a:t> von </a:t>
            </a:r>
            <a:r>
              <a:rPr lang="en-US" dirty="0" err="1">
                <a:ea typeface="Calibri"/>
                <a:cs typeface="Calibri"/>
              </a:rPr>
              <a:t>direktbild</a:t>
            </a:r>
            <a:r>
              <a:rPr lang="en-US" dirty="0">
                <a:ea typeface="Calibri"/>
                <a:cs typeface="Calibri"/>
              </a:rPr>
              <a:t> und </a:t>
            </a:r>
            <a:r>
              <a:rPr lang="en-US" dirty="0" err="1">
                <a:ea typeface="Calibri"/>
                <a:cs typeface="Calibri"/>
              </a:rPr>
              <a:t>PlantUML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durch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diese</a:t>
            </a:r>
            <a:r>
              <a:rPr lang="en-US" dirty="0">
                <a:ea typeface="Calibri"/>
                <a:cs typeface="Calibri"/>
              </a:rPr>
              <a:t> vier </a:t>
            </a:r>
            <a:r>
              <a:rPr lang="en-US" dirty="0" err="1">
                <a:ea typeface="Calibri"/>
                <a:cs typeface="Calibri"/>
              </a:rPr>
              <a:t>Fragen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verglichen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haben</a:t>
            </a:r>
            <a:r>
              <a:rPr lang="en-US" dirty="0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417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9034272" y="1417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747504" y="1417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2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460736" y="141732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321040" y="2130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9034272" y="2130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9747504" y="2130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10460736" y="2130552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8321040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2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9034272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9747504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10460736" y="2843784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8321040" y="35570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9034272" y="35570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9747504" y="35570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2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10460736" y="355701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8321040" y="42702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9034272" y="42702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747504" y="42702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10460736" y="427024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7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8321040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2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9034272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9747504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3E5FA3">
              <a:alpha val="4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10460736" y="498348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CADCFC">
              <a:alpha val="6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64008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INFORMATIONSINFRASTRUKTUREN · FHDW · Q3-2026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640080" y="1828800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Modellierung mit KI</a:t>
            </a:r>
            <a:endParaRPr lang="en-US" sz="5400"/>
          </a:p>
        </p:txBody>
      </p:sp>
      <p:sp>
        <p:nvSpPr>
          <p:cNvPr id="28" name="Text 26"/>
          <p:cNvSpPr/>
          <p:nvPr/>
        </p:nvSpPr>
        <p:spPr>
          <a:xfrm>
            <a:off x="640080" y="28346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Multi-Case-Study mit UML — Vorgehen, Evaluation und Erkenntnisse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640080" y="5358673"/>
            <a:ext cx="6858000" cy="54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Projektpräsentation</a:t>
            </a:r>
            <a:r>
              <a:rPr lang="en-US"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· 20.07.2026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CADCFC"/>
                </a:solidFill>
                <a:ea typeface="Calibri"/>
                <a:cs typeface="Calibri"/>
              </a:rPr>
              <a:t>Tim, Basti, Linus, Lewin, Jannik und Alex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20 Minuten durch die Studie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66928" y="1746504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Aufgabe </a:t>
            </a:r>
          </a:p>
        </p:txBody>
      </p:sp>
      <p:sp>
        <p:nvSpPr>
          <p:cNvPr id="8" name="Shape 6"/>
          <p:cNvSpPr/>
          <p:nvPr/>
        </p:nvSpPr>
        <p:spPr>
          <a:xfrm>
            <a:off x="566928" y="2368296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66928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143000" y="2313432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Vorgehen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" y="2990088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6692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143000" y="2935224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haben wir bewertet?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66928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143000" y="3557016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Kernbefunde der Evaluation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566928" y="4233672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566928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143000" y="4178808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 der Studie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566928" y="4855464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66928" y="4846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143000" y="4800600"/>
            <a:ext cx="5394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Erkenntnisse </a:t>
            </a:r>
          </a:p>
        </p:txBody>
      </p:sp>
      <p:sp>
        <p:nvSpPr>
          <p:cNvPr id="28" name="Shape 26"/>
          <p:cNvSpPr/>
          <p:nvPr/>
        </p:nvSpPr>
        <p:spPr>
          <a:xfrm>
            <a:off x="8092440" y="178308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E2A4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8458200" y="2148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RAHMEN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8458200" y="246888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Vortrag</a:t>
            </a:r>
            <a:endParaRPr lang="en-US" sz="2400"/>
          </a:p>
          <a:p>
            <a:pPr marL="0" indent="0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16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min Fragen</a:t>
            </a:r>
            <a:endParaRPr lang="en-US" sz="2400"/>
          </a:p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Gefordert: Vorgehen, Ergebnisse, Erkenntnisse. Wir zeigen die Ergebnisse an vielen echten Diagramm-Beispielen.</a:t>
            </a:r>
            <a:endParaRPr lang="en-US" sz="2400"/>
          </a:p>
        </p:txBody>
      </p:sp>
      <p:sp>
        <p:nvSpPr>
          <p:cNvPr id="31" name="Text 2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>
                <a:solidFill>
                  <a:srgbClr val="3E5FA3"/>
                </a:solidFill>
                <a:latin typeface="Calibri"/>
                <a:ea typeface="Calibri"/>
                <a:cs typeface="Calibri"/>
              </a:rPr>
              <a:t>1 · AUFGABE 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Experiment in 24 Zellen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drei Lastenheften lassen wir KIs vier UML-Diagrammtypen erzeugen – jedes Diagramm in zwei Formen: als direkt gezeichnetes Bild und als PlantUML-Code, den wir selbst rendern. Jede Kombination wird einzeln dokumentiert und bewertet.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6035040" cy="1600200"/>
          </a:xfrm>
          <a:prstGeom prst="roundRect">
            <a:avLst>
              <a:gd name="adj" fmla="val 571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 DER AUFGABENSTELLUNG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822960" y="3767328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unterscheiden sich die aus PlantUML gerenderten Diagramme von den direkt generierten Bildern?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7086600" y="1554480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31520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Systeme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9235440" y="1627632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EasyRide · EasyScoot · EasyLib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9189720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7086600" y="2450592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315200" y="25237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KIs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9235440" y="2523744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ChatGPT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9189720" y="3108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7086600" y="3346704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0" y="34198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Diagrammtypen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9235440" y="341985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 · Use-Case · Aktivität · Sequenz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9189720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7086600" y="4242816"/>
            <a:ext cx="4572000" cy="713232"/>
          </a:xfrm>
          <a:prstGeom prst="roundRect">
            <a:avLst>
              <a:gd name="adj" fmla="val 12821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315200" y="43159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Formate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9235440" y="43159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gezeichnetes Bild · PlantUML-Code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7086600" y="5157216"/>
            <a:ext cx="4572000" cy="868680"/>
          </a:xfrm>
          <a:prstGeom prst="roundRect">
            <a:avLst>
              <a:gd name="adj" fmla="val 10526"/>
            </a:avLst>
          </a:prstGeom>
          <a:solidFill>
            <a:srgbClr val="1E2A4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7315200" y="524865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untersuchte Zellen</a:t>
            </a:r>
            <a:endParaRPr lang="en-US" sz="2000"/>
          </a:p>
          <a:p>
            <a:pPr marL="0" indent="0">
              <a:buNone/>
            </a:pPr>
            <a:r>
              <a:rPr lang="en-US" sz="115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Zelle: Code, Bild, Notizen, Einzelbewertung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VORGEHEN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C2434"/>
                </a:solidFill>
                <a:latin typeface="Cambria"/>
                <a:ea typeface="Cambria"/>
              </a:rPr>
              <a:t>Repostruktur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E2A4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REPO-STRUKTUR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projekt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/</a:t>
            </a:r>
            <a:endParaRPr lang="en-US" sz="1200">
              <a:latin typeface="Courier New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├─ 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lastenhefte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/    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Quellmaterial</a:t>
            </a:r>
            <a:endParaRPr lang="en-US" sz="1200" err="1">
              <a:latin typeface="Courier New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├─ prompts/&lt;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typ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&gt;/  Prompt-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Bibliothek</a:t>
            </a:r>
            <a:endParaRPr lang="en-US" sz="1200" err="1">
              <a:latin typeface="Courier New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├─ 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ergebnisse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/</a:t>
            </a:r>
            <a:endParaRPr lang="en-US" sz="1200">
              <a:latin typeface="Courier New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│   └─ &lt;system&gt;/&lt;ki&gt;/&lt;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typ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&gt;/  ← Zelle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25000"/>
              </a:lnSpc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│        v1.puml · v1-direkt.png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25000"/>
              </a:lnSpc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│        v1-plantuml.png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25000"/>
              </a:lnSpc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│        notizen.md · evaluation.md</a:t>
            </a:r>
            <a:endParaRPr lang="en-US" sz="1200">
              <a:latin typeface="Courier New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├─ evaluation/     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Kriterien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 · Matrix</a:t>
            </a:r>
            <a:endParaRPr lang="en-US" sz="1200">
              <a:latin typeface="Courier New"/>
              <a:cs typeface="Courier New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└─ 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dokumentation</a:t>
            </a:r>
            <a:r>
              <a:rPr lang="en-US" sz="1200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/  vorgehen.md · </a:t>
            </a:r>
            <a:r>
              <a:rPr lang="en-US" sz="1200" err="1">
                <a:solidFill>
                  <a:srgbClr val="E8EEF9"/>
                </a:solidFill>
                <a:latin typeface="Courier New"/>
                <a:ea typeface="Courier New" pitchFamily="34" charset="-122"/>
                <a:cs typeface="Courier New"/>
              </a:rPr>
              <a:t>Reflexion</a:t>
            </a:r>
            <a:endParaRPr lang="en-US" sz="1200" err="1">
              <a:latin typeface="Courier New"/>
              <a:cs typeface="Courier New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dieser Aufwand?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355080" y="219456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Jede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Kombination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hat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einen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festen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Ort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nichts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wird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überschrieben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jede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Änderung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eine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neue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Version (v1, v2, …).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Regelwerk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für KI-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Agenten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AGENTS.md und READMEs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machen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das Repo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selbst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von KI-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Agenten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bearbeitbar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Journal (append-only)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nach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jedem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Arbeitsschritt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auch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Fehlschläge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Sackgassen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werden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festgehalten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endParaRPr lang="en-US" sz="1350">
              <a:solidFill>
                <a:srgbClr val="1C2434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VORGEHEN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als kontrollierte Eingabe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 · BASIS-PROMPT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Rolle, Konversationsregeln und die Systembeschreibung in eigenen Worten. Die KI bestätigt zuerst ihr Verständnis (Akteure, Fachbegriffe) – noch kein Diagramm.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3182112" y="3246120"/>
            <a:ext cx="36576" cy="320040"/>
          </a:xfrm>
          <a:prstGeom prst="rect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DIAGRAMM-AUFTRAG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77240" y="405079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Typspezifische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Aufgabe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mit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detailliert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beschriebenen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Pflichtelementen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, und der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Forderung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nach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beiden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Ausgabeformen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Bild +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PlantUML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-Code.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5349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Prompt je Diagrammtyp und System – versioniert in der Prompt-Bibliothek.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Damit der Vergleich fair ist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6355080" y="219456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Identischer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Prompt für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beide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KIs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nur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Systembeschreibung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wird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getauscht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Anti-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Halluzinations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-Regel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im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Prompt: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nur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Inhalte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aus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der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Systembeschreibung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nichts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erfinden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Sehr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aufwändiger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 und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detaillierter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Promt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um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bestmögliche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Ergebnisse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zu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erhalten</a:t>
            </a:r>
            <a:endParaRPr lang="en-US" sz="1350">
              <a:solidFill>
                <a:srgbClr val="1C2434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Die KI-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Ausgabe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wird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unverändert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gespeichert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sie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unser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Messobjekt.</a:t>
            </a:r>
          </a:p>
        </p:txBody>
      </p:sp>
      <p:sp>
        <p:nvSpPr>
          <p:cNvPr id="14" name="Text 12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BEWERTUNGSMETHODE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Fragen an jedes Diagramm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24912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58952" y="2039112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5895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252728" y="2011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58952" y="260604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Kompiliert der PlantUML-Code? Ist die UML-Notation des Bildes gültig?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724912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685032" y="2039112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8503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178808" y="2011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685032" y="260604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Stimmen Klassen, Beziehungen, Akteure und Abläufe mit dem Lastenheft überein?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2724912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611112" y="2039112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61111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7104888" y="2011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Vollständigkeit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611112" y="260604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 zentrale Elemente? Sind die Mindestanforderungen erfüllt?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9281160" y="1783080"/>
            <a:ext cx="2724912" cy="22860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9537192" y="2039112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953719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0030968" y="201168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Lesbarkeit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537192" y="260604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Überlappungen, Beschriftungen – ist das Diagramm sofort erfassbar?</a:t>
            </a:r>
            <a:endParaRPr lang="en-US" sz="125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11173968" cy="1371600"/>
          </a:xfrm>
          <a:prstGeom prst="roundRect">
            <a:avLst>
              <a:gd name="adj" fmla="val 6667"/>
            </a:avLst>
          </a:prstGeom>
          <a:solidFill>
            <a:srgbClr val="1E2A4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68680" y="4617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DREI GRUNDREGELN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868680" y="49377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Immer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gegen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das Lastenheft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prüfen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nie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gegen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eigenes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Wissen.   ·   Kein Urteil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ohne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konkreten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Befund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   ·   Code und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Direktbild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getrennt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betrachten</a:t>
            </a: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5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SYNTAX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Code kompiliert. Ausnahmslos.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937760" cy="3108960"/>
          </a:xfrm>
          <a:prstGeom prst="roundRect">
            <a:avLst>
              <a:gd name="adj" fmla="val 3529"/>
            </a:avLst>
          </a:prstGeom>
          <a:solidFill>
            <a:srgbClr val="E7F4EC"/>
          </a:solidFill>
          <a:ln w="12700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>
                <a:solidFill>
                  <a:srgbClr val="1F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/ 24</a:t>
            </a:r>
            <a:endParaRPr lang="en-US" sz="660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PlantUML-Dateien ließen sich ohne eine einzige Korrektur rendern – beide KIs, alle vier Diagrammtypen, alle drei Systeme.</a:t>
            </a:r>
            <a:endParaRPr lang="en-US" sz="1450"/>
          </a:p>
        </p:txBody>
      </p:sp>
      <p:sp>
        <p:nvSpPr>
          <p:cNvPr id="7" name="Text 5"/>
          <p:cNvSpPr/>
          <p:nvPr/>
        </p:nvSpPr>
        <p:spPr>
          <a:xfrm>
            <a:off x="598932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Direktbild dagegen: Notation nicht immer sauber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5989320" y="2331720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BEBE9"/>
          </a:solidFill>
          <a:ln w="12700">
            <a:solidFill>
              <a:srgbClr val="E4C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263640" y="24414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EasyLib · Use-Case · ChatGPT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6263640" y="273405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einer Stelle keine gültige UML-Notation; derselbe Use Case wurde doppelt gezeichnet.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989320" y="3685032"/>
            <a:ext cx="5669280" cy="1170432"/>
          </a:xfrm>
          <a:prstGeom prst="roundRect">
            <a:avLst>
              <a:gd name="adj" fmla="val 7813"/>
            </a:avLst>
          </a:prstGeom>
          <a:solidFill>
            <a:srgbClr val="FBEBE9"/>
          </a:solidFill>
          <a:ln w="12700">
            <a:solidFill>
              <a:srgbClr val="E4C4B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63640" y="3794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EasyRide · Aktivität · ChatGPT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6263640" y="40873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Entscheidungsraute fehlt, Aktivitäten wurden nummeriert, Notation insgesamt uneinheitlich.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02920" y="5212080"/>
            <a:ext cx="11173968" cy="777240"/>
          </a:xfrm>
          <a:prstGeom prst="roundRect">
            <a:avLst>
              <a:gd name="adj" fmla="val 11765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Syntaxproblem liegt fast ausschließlich im gezeichneten Bild – nicht im Code.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CODE VS. BILD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Schön heißt nicht richtig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EasyRide · Klassendiagramm · ChatGPT — eine Antwort, zwei Ergebnisse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BEBE9"/>
          </a:solidFill>
          <a:ln w="952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GEZEICHNET</a:t>
            </a:r>
            <a:endParaRPr lang="en-US" sz="1100"/>
          </a:p>
        </p:txBody>
      </p:sp>
      <p:pic>
        <p:nvPicPr>
          <p:cNvPr id="7" name="Image 0" descr="/mnt/user-data/uploads/Projekt_Informationsinfrastrukturen/ergebnisse/easyride/chatgpt/klassendiagramm/v1-direkt-chatgp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212848"/>
            <a:ext cx="5585097" cy="32548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1320" y="5550263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Fahrzeug hängt am Routenhalt statt an der Route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Routenhalt liegt an der Verbindung statt am Haltepunkt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Beziehung Buchung–Fahrgast fehlt komplett</a:t>
            </a:r>
            <a:endParaRPr lang="en-US" sz="125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6355080" y="17830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GERENDERTER PLANTUML-CODE</a:t>
            </a:r>
            <a:endParaRPr lang="en-US" sz="1100"/>
          </a:p>
        </p:txBody>
      </p:sp>
      <p:pic>
        <p:nvPicPr>
          <p:cNvPr id="11" name="Image 1" descr="/mnt/user-data/uploads/Projekt_Informationsinfrastrukturen/ergebnisse/easyride/chatgpt/klassendiagramm/v1-plantum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2212848"/>
            <a:ext cx="5303520" cy="3073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53480" y="5550263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Modelliert genau diese Beziehungen korrekt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Fachregeln als Notizen enthalten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Optisch unscheinbarer – fachlich verlässlich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DIREKTBILDER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Fehlermuster ziehen sich durch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PlantUML-Code aus derselben Aufgabenstellung war in diesen Fällen jeweils korrekt.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740664" y="204825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40664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252728" y="1993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Falsch verbundene Elemente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740664" y="2578608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Bild verbindet Elemente mit den falschen Partnern – die Beziehung existiert, endet aber an der falschen Klasse.</a:t>
            </a:r>
            <a:endParaRPr lang="en-US" sz="950"/>
          </a:p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EasyScoot-Klassendiagramm: Die Preisberechnung hängt am E-Scooter statt an der Fahrt.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740664" y="333756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Mehrfach bei ChatGPT (u. a. Leitbeispiel Folie 8) 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6190488" y="182880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6428232" y="2048256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42823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940296" y="1993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Vertauschte oder mehrdeutige Akteure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6428232" y="2578608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werden dem falschen Akteur zugeordnet – oder Linien enden so mehrdeutig, dass die Zuordnung nicht ablesbar ist.</a:t>
            </a:r>
            <a:endParaRPr lang="en-US" sz="950"/>
          </a:p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EasyScoot-Use-Case: „Nutzung beenden“ hängt an der E-Scooter-Software, „Wartungsmodus beenden“ am Rechnungssystem – genau vertauscht.</a:t>
            </a:r>
            <a:endParaRPr lang="en-US" sz="950"/>
          </a:p>
        </p:txBody>
      </p:sp>
      <p:sp>
        <p:nvSpPr>
          <p:cNvPr id="16" name="Text 14"/>
          <p:cNvSpPr/>
          <p:nvPr/>
        </p:nvSpPr>
        <p:spPr>
          <a:xfrm>
            <a:off x="6428232" y="3337560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Mehrfach bei ChatGPT (Use-Case + Aktivität) 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502920" y="3904488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740664" y="4123944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740664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20" name="Text 18"/>
          <p:cNvSpPr/>
          <p:nvPr/>
        </p:nvSpPr>
        <p:spPr>
          <a:xfrm>
            <a:off x="1252728" y="4069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Doppelte Elemente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740664" y="4654296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Element wird mehrfach gezeichnet statt wiederverwendet – oder dieselbe Nachricht doppelt verschickt.</a:t>
            </a:r>
            <a:endParaRPr lang="en-US" sz="950"/>
          </a:p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EasyLib-Use-Case: „Bestand durchsuchen“ und „Standort/Status einsehen“ gibt es doppelt – 17 statt 15 Use Cases.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740664" y="541324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Zweimal bei ChatGPT (Use-Case + </a:t>
            </a:r>
            <a:r>
              <a:rPr lang="en-US" sz="1050" i="1" err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</a:t>
            </a:r>
            <a:r>
              <a:rPr lang="en-US" sz="10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190488" y="3904488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428232" y="4123944"/>
            <a:ext cx="384048" cy="38404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42823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940296" y="40690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Verlorene Details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6428232" y="4654296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Bild vereinfacht das Modell: Schleifen, Verzweigungen und Notizen aus dem Code tauchen im Bild nicht auf.</a:t>
            </a:r>
            <a:endParaRPr lang="en-US" sz="950"/>
          </a:p>
          <a:p>
            <a:pPr marL="0" indent="0">
              <a:lnSpc>
                <a:spcPct val="110000"/>
              </a:lnSpc>
              <a:buNone/>
            </a:pPr>
            <a:r>
              <a:rPr lang="en-US" sz="9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 EasyLib-Sequenz (Claude): Die komplette Fehlerfall-Verzweigung steht nur im Code – das Bild zeigt nur den Gutfall.</a:t>
            </a:r>
            <a:endParaRPr lang="en-US" sz="950"/>
          </a:p>
        </p:txBody>
      </p:sp>
      <p:sp>
        <p:nvSpPr>
          <p:cNvPr id="28" name="Text 26"/>
          <p:cNvSpPr/>
          <p:nvPr/>
        </p:nvSpPr>
        <p:spPr>
          <a:xfrm>
            <a:off x="6428232" y="5413248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(Sequenzen) und ChatGPT (alle 3 </a:t>
            </a:r>
            <a:r>
              <a:rPr lang="en-US" sz="1050" i="1" err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Aktivitäten</a:t>
            </a:r>
            <a:r>
              <a:rPr lang="en-US" sz="1050" i="1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 ChatGPT wies fast jedes direkt gezeichnete Bild mindestens eine Abweichung auf – vom Detail bis zum fachlichen Fehler.</a:t>
            </a:r>
            <a:endParaRPr lang="en-US" sz="1450"/>
          </a:p>
        </p:txBody>
      </p:sp>
      <p:sp>
        <p:nvSpPr>
          <p:cNvPr id="30" name="Text 28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KI-VERGLEICH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Unterschied liegt zwischen den Formaten, nicht zwischen den KIs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900"/>
          </a:p>
        </p:txBody>
      </p:sp>
      <p:sp>
        <p:nvSpPr>
          <p:cNvPr id="6" name="Text 4"/>
          <p:cNvSpPr/>
          <p:nvPr/>
        </p:nvSpPr>
        <p:spPr>
          <a:xfrm>
            <a:off x="777240" y="2450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STÄRKEN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Fachregeln konsequent als Constraints und Notizen im Modell – z. B. Sitzplatzgrenze und Zentrale-Regel bei EasyRide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Begriffe bleiben über die Diagrammtypen eines Systems konsistent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SCHWÄCHEN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777240" y="449884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 gezeichnete Bilder (Sequenzen) verlieren Details – Schleife, Fehlerfall-Verzweigung und Notizen fehlen (s. Muster 4)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Vereinzelt unbelegte Annahmen („+28 Tage“ bei EasyLib); Auto-Layout der gerenderten Klassendiagramme unübersichtlich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6190488" y="1783080"/>
            <a:ext cx="5486400" cy="3977640"/>
          </a:xfrm>
          <a:prstGeom prst="roundRect">
            <a:avLst>
              <a:gd name="adj" fmla="val 2759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464808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6464808" y="2450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6464808" y="2743200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PlantUML-Code in allen 12 Zellen korrekt und vollständig – selbst dort, wo das eigene Direktbild fachlich falsch ist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Gerenderte Diagramme sehr sauber gezeichnet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6464808" y="42062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SCHWÄCHEN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464808" y="4498848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 gezeichnete Bilder fallen regelmäßig ab – von Ungenauigkeiten bis zu fachlichen Fehlern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und Bild zur selben Aufgabe widersprechen sich teils inhaltlich</a:t>
            </a:r>
            <a:endParaRPr lang="en-US" sz="1250"/>
          </a:p>
        </p:txBody>
      </p:sp>
      <p:sp>
        <p:nvSpPr>
          <p:cNvPr id="16" name="Text 14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Beim Code: Gleichstand. Beim Bild: </a:t>
            </a:r>
            <a:r>
              <a:rPr lang="en-US" sz="1450" b="1" err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verlieren</a:t>
            </a:r>
            <a:r>
              <a:rPr lang="en-US" sz="14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50" b="1" err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beide</a:t>
            </a:r>
            <a:endParaRPr lang="en-US" sz="1450"/>
          </a:p>
        </p:txBody>
      </p:sp>
      <p:sp>
        <p:nvSpPr>
          <p:cNvPr id="17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50562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SYSTEME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Code kaum Unterschiede – beim Zeichnen schon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EasyRide, EasyScoot und EasyLib werden im PlantUML-Code durchweg auf hohem Niveau modelliert. Die Unterschiede zeigen sich erst in den direkt gezeichneten Bildern – und je komplexer das System, desto deutlicher.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11173968" cy="1078992"/>
          </a:xfrm>
          <a:prstGeom prst="roundRect">
            <a:avLst>
              <a:gd name="adj" fmla="val 8475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244144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3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Struktur schlägt Umfang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3566160" y="2423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EasyRide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liefert das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beste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Ergebnis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Die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abschließenden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Leistungslisten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für Kunde und Fahrer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führen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beide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KIs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exakt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zu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den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fünf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geforderten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Use Cases.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3593592"/>
            <a:ext cx="11173968" cy="1078992"/>
          </a:xfrm>
          <a:prstGeom prst="roundRect">
            <a:avLst>
              <a:gd name="adj" fmla="val 8475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>
                <a:solidFill>
                  <a:srgbClr val="3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Komplexität wandert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3566160" y="368503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EasyRide fordert das Beziehungsgeflecht aus Haltepunkten und Routen das Klassendiagramm heraus. Bei EasyScoot und EasyLib belasten fünf Akteure und viele Use Cases die Use-Case- und Aktivitätsdiagramme – genau dort entstehen die Bildfehler.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502920" y="4855464"/>
            <a:ext cx="11173968" cy="1078992"/>
          </a:xfrm>
          <a:prstGeom prst="roundRect">
            <a:avLst>
              <a:gd name="adj" fmla="val 8475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77240" y="4965192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500" b="1">
                <a:solidFill>
                  <a:srgbClr val="3E5FA3"/>
                </a:solidFill>
                <a:latin typeface="Cambria"/>
                <a:ea typeface="Cambria"/>
                <a:cs typeface="Cambria" pitchFamily="34" charset="-120"/>
              </a:rPr>
              <a:t>Kein </a:t>
            </a:r>
            <a:r>
              <a:rPr lang="en-US" sz="1500" b="1" err="1">
                <a:solidFill>
                  <a:srgbClr val="3E5FA3"/>
                </a:solidFill>
                <a:latin typeface="Cambria"/>
                <a:ea typeface="Cambria"/>
                <a:cs typeface="Cambria" pitchFamily="34" charset="-120"/>
              </a:rPr>
              <a:t>Domäneneffekt</a:t>
            </a:r>
            <a:endParaRPr lang="en-US" sz="1500" b="1" err="1">
              <a:solidFill>
                <a:srgbClr val="3E5FA3"/>
              </a:solidFill>
              <a:ea typeface="+mn-lt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66160" y="4946904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Verleihsystem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Bibliothek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schneiden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praktisch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gleich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ab.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Unterschiede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zeigen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sich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Modellstruktur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und </a:t>
            </a:r>
            <a:r>
              <a:rPr lang="en-US" sz="130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Akteurszahl</a:t>
            </a:r>
            <a:r>
              <a:rPr lang="en-US" sz="130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>
              <a:solidFill>
                <a:srgbClr val="1C243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DIAGRAMMTYPEN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Diagramme lassen sich „gut“ zeichnen?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95663" y="1713411"/>
            <a:ext cx="11168742" cy="860118"/>
          </a:xfrm>
          <a:prstGeom prst="roundRect">
            <a:avLst>
              <a:gd name="adj" fmla="val 98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201168" cy="201168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1097280" y="17647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Aktivitätsdiagramm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3262812" y="1755648"/>
            <a:ext cx="5942147" cy="80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Am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robustesten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feste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Swimlane-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Spalten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kommen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in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beiden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Formaten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sauber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heraus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95663" y="2803143"/>
            <a:ext cx="11161485" cy="838347"/>
          </a:xfrm>
          <a:prstGeom prst="roundRect">
            <a:avLst>
              <a:gd name="adj" fmla="val 98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749808" y="3118104"/>
            <a:ext cx="201168" cy="201168"/>
          </a:xfrm>
          <a:prstGeom prst="ellipse">
            <a:avLst/>
          </a:prstGeom>
          <a:solidFill>
            <a:srgbClr val="1F7A4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97280" y="282549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Sequenzdiagramm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3284583" y="2823609"/>
            <a:ext cx="5165634" cy="80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Ähnlich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stabil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Die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Zeitachse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hält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das Bild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auch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vielen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Aufrufen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lesbar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5663" y="3863847"/>
            <a:ext cx="11146971" cy="852861"/>
          </a:xfrm>
          <a:prstGeom prst="roundRect">
            <a:avLst>
              <a:gd name="adj" fmla="val 98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749808" y="4178808"/>
            <a:ext cx="201168" cy="201168"/>
          </a:xfrm>
          <a:prstGeom prst="ellipse">
            <a:avLst/>
          </a:prstGeom>
          <a:solidFill>
            <a:srgbClr val="B23A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097280" y="38862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Use-Case-Diagramm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3270069" y="3877056"/>
            <a:ext cx="6428376" cy="81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Der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schwächste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Typ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Liniengewirr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bei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vielen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Akteuren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–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hier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passieren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die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meisten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Bildfehler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2920" y="4924551"/>
            <a:ext cx="11139713" cy="852861"/>
          </a:xfrm>
          <a:prstGeom prst="roundRect">
            <a:avLst>
              <a:gd name="adj" fmla="val 98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749808" y="5239512"/>
            <a:ext cx="201168" cy="20116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1097280" y="494690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Klassendiagramm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3277326" y="4937760"/>
            <a:ext cx="6406605" cy="80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Sonderfall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inhaltlich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stark,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aber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das Auto-Layout des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gerenderten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Codes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zieht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ausufernde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Bögen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– das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selbst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gezeichnete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Bild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hier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oft </a:t>
            </a:r>
            <a:r>
              <a:rPr lang="en-US" sz="12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aufgeräumter</a:t>
            </a:r>
            <a:r>
              <a:rPr lang="en-US" sz="12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Feste Grundstruktur (Spalten, Zeitachse) funktioniert zuverlässig – netzartige Diagramme kämpfen mit dem Layout.</a:t>
            </a:r>
            <a:endParaRPr lang="en-US" sz="1400"/>
          </a:p>
        </p:txBody>
      </p:sp>
      <p:sp>
        <p:nvSpPr>
          <p:cNvPr id="26" name="Text 22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/>
          </a:p>
        </p:txBody>
      </p:sp>
      <p:sp>
        <p:nvSpPr>
          <p:cNvPr id="27" name="Text 23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C52692-ABF4-46CA-80DE-9D75B4A2D948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00" b="1">
                <a:solidFill>
                  <a:srgbClr val="2F5DA8"/>
                </a:solidFill>
              </a:defRPr>
            </a:pPr>
            <a:r>
              <a:rPr sz="1000" b="1">
                <a:solidFill>
                  <a:srgbClr val="2F5DA8"/>
                </a:solidFill>
                <a:latin typeface="Calibri"/>
                <a:ea typeface="Calibri"/>
                <a:cs typeface="Calibri"/>
              </a:rPr>
              <a:t>4 · KERNBEFUNDE — USE-CASE-BEISPIEL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D9B4F3-D85E-4181-8FAC-9F329E1ECC9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34"/>
                </a:solidFill>
                <a:latin typeface="Cambria"/>
                <a:ea typeface="Cambria"/>
                <a:cs typeface="Cambria"/>
              </a:rPr>
              <a:t>Gut gezeichnet – falsch verbunden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ACDAF2-E408-4D83-A8CD-D935C9318403}"/>
              </a:ext>
            </a:extLst>
          </p:cNvPr>
          <p:cNvSpPr>
            <a:spLocks noGrp="1"/>
          </p:cNvSpPr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EasyLib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· Use-Case-</a:t>
            </a: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Diagramm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· ChatGPT</a:t>
            </a:r>
            <a:endParaRPr lang="de-DE" sz="1350" i="1">
              <a:solidFill>
                <a:srgbClr val="5B65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6ED54E-B2F2-4A2A-B917-B486DB1FB0A5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2857500" cy="320040"/>
          </a:xfrm>
          <a:prstGeom prst="roundRect">
            <a:avLst>
              <a:gd name="adj" fmla="val 50000"/>
            </a:avLst>
          </a:prstGeom>
          <a:solidFill>
            <a:srgbClr val="FBEBE9"/>
          </a:solidFill>
          <a:ln w="9525">
            <a:solidFill>
              <a:srgbClr val="B23A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C08A69-A808-403B-9542-5890C7C5FD44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28575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DIREKT GEZEICHNET</a:t>
            </a:r>
          </a:p>
        </p:txBody>
      </p:sp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3884" y="2276475"/>
            <a:ext cx="6665572" cy="365760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2BAD80E-6D45-4F9E-B253-DA8D136BDEBC}"/>
              </a:ext>
            </a:extLst>
          </p:cNvPr>
          <p:cNvSpPr>
            <a:spLocks noGrp="1"/>
          </p:cNvSpPr>
          <p:nvPr/>
        </p:nvSpPr>
        <p:spPr>
          <a:xfrm>
            <a:off x="7467600" y="2343150"/>
            <a:ext cx="4191000" cy="33051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05000"/>
              </a:lnSpc>
              <a:spcAft>
                <a:spcPts val="500"/>
              </a:spcAft>
              <a:buSzPct val="100000"/>
              <a:defRPr sz="1275">
                <a:solidFill>
                  <a:srgbClr val="C43D32"/>
                </a:solidFill>
              </a:defRPr>
            </a:pPr>
            <a:endParaRPr lang="de-DE" sz="1400">
              <a:solidFill>
                <a:srgbClr val="C43D32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  <a:defRPr sz="1275">
                <a:solidFill>
                  <a:srgbClr val="C43D32"/>
                </a:solidFill>
              </a:defRPr>
            </a:pPr>
            <a:r>
              <a:rPr lang="de-DE" sz="1400">
                <a:solidFill>
                  <a:srgbClr val="C43D32"/>
                </a:solidFill>
                <a:latin typeface="Calibri"/>
                <a:ea typeface="Calibri"/>
                <a:cs typeface="Calibri"/>
              </a:rPr>
              <a:t>Falsche </a:t>
            </a:r>
            <a:r>
              <a:rPr lang="de-DE" sz="1400" err="1">
                <a:solidFill>
                  <a:srgbClr val="C43D32"/>
                </a:solidFill>
                <a:latin typeface="Calibri"/>
                <a:ea typeface="Calibri"/>
                <a:cs typeface="Calibri"/>
              </a:rPr>
              <a:t>Akteursanschlüsse</a:t>
            </a:r>
            <a:r>
              <a:rPr lang="de-DE" sz="1400">
                <a:solidFill>
                  <a:srgbClr val="C43D32"/>
                </a:solidFill>
                <a:latin typeface="Calibri"/>
                <a:ea typeface="Calibri"/>
                <a:cs typeface="Calibri"/>
              </a:rPr>
              <a:t>: „Vernetzte Bibliotheken“ am falschen Use Case; „Kundendaten einsehen“ ohne Anschluss.</a:t>
            </a:r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  <a:defRPr sz="1275">
                <a:solidFill>
                  <a:srgbClr val="C43D32"/>
                </a:solidFill>
              </a:defRPr>
            </a:pPr>
            <a:endParaRPr lang="de-DE" sz="1400">
              <a:solidFill>
                <a:srgbClr val="C43D32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  <a:defRPr sz="1275">
                <a:solidFill>
                  <a:srgbClr val="C43D32"/>
                </a:solidFill>
              </a:defRPr>
            </a:pPr>
            <a:endParaRPr lang="de-DE" sz="1400">
              <a:solidFill>
                <a:srgbClr val="C43D32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  <a:defRPr sz="1275">
                <a:solidFill>
                  <a:srgbClr val="C43D32"/>
                </a:solidFill>
              </a:defRPr>
            </a:pPr>
            <a:endParaRPr lang="de-DE" sz="1400">
              <a:solidFill>
                <a:srgbClr val="C43D32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  <a:defRPr sz="1275">
                <a:solidFill>
                  <a:srgbClr val="C43D32"/>
                </a:solidFill>
              </a:defRPr>
            </a:pPr>
            <a:endParaRPr lang="de-DE" sz="1400">
              <a:solidFill>
                <a:srgbClr val="C43D32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  <a:defRPr sz="1275">
                <a:solidFill>
                  <a:srgbClr val="C43D32"/>
                </a:solidFill>
              </a:defRPr>
            </a:pPr>
            <a:r>
              <a:rPr lang="de-DE" sz="1400">
                <a:solidFill>
                  <a:srgbClr val="C43D32"/>
                </a:solidFill>
                <a:latin typeface="Calibri"/>
                <a:ea typeface="Calibri"/>
                <a:cs typeface="Calibri"/>
              </a:rPr>
              <a:t>Doppelte Use Cases: Zwei Funktionen erscheinen mehrfach und sind ungültig miteinander verbunden.</a:t>
            </a:r>
            <a:endParaRPr sz="1400">
              <a:solidFill>
                <a:srgbClr val="C43D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1F4440C-0737-4F21-A667-4DAA0585AB27}"/>
              </a:ext>
            </a:extLst>
          </p:cNvPr>
          <p:cNvSpPr>
            <a:spLocks noGrp="1"/>
          </p:cNvSpPr>
          <p:nvPr/>
        </p:nvSpPr>
        <p:spPr>
          <a:xfrm>
            <a:off x="7467600" y="1783080"/>
            <a:ext cx="4191000" cy="32004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 w="9525">
            <a:solidFill>
              <a:srgbClr val="D34A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AC95CC2-DA7F-4378-8B02-902B59329FAC}"/>
              </a:ext>
            </a:extLst>
          </p:cNvPr>
          <p:cNvSpPr>
            <a:spLocks noGrp="1"/>
          </p:cNvSpPr>
          <p:nvPr/>
        </p:nvSpPr>
        <p:spPr>
          <a:xfrm>
            <a:off x="7467600" y="1783080"/>
            <a:ext cx="4191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1000" b="1">
                <a:solidFill>
                  <a:srgbClr val="C43D32"/>
                </a:solidFill>
              </a:defRPr>
            </a:pPr>
            <a:r>
              <a:rPr sz="1000" b="1">
                <a:solidFill>
                  <a:srgbClr val="C43D32"/>
                </a:solidFill>
                <a:latin typeface="Calibri"/>
                <a:ea typeface="Calibri"/>
                <a:cs typeface="Calibri"/>
              </a:rPr>
              <a:t>FEHLER IM DIREKTBILD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E573B89-4C59-4F35-AD5D-6BDE1B20AC38}"/>
              </a:ext>
            </a:extLst>
          </p:cNvPr>
          <p:cNvSpPr>
            <a:spLocks noGrp="1"/>
          </p:cNvSpPr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1000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6D8AA32-7E92-4F32-B2EA-1FF8800E3D53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Modellierung mit KI · UML</a:t>
            </a:r>
          </a:p>
        </p:txBody>
      </p:sp>
    </p:spTree>
    <p:extLst>
      <p:ext uri="{BB962C8B-B14F-4D97-AF65-F5344CB8AC3E}">
        <p14:creationId xmlns:p14="http://schemas.microsoft.com/office/powerpoint/2010/main" val="4159541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0D9B4F3-D85E-4181-8FAC-9F329E1ECC96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3000" b="1">
                <a:solidFill>
                  <a:srgbClr val="1C2434"/>
                </a:solidFill>
                <a:latin typeface="Cambria"/>
                <a:ea typeface="Cambria"/>
                <a:cs typeface="Cambria"/>
              </a:rPr>
              <a:t>Gleicher Inhalt, zwei Layoutwege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3ACDAF2-E408-4D83-A8CD-D935C9318403}"/>
              </a:ext>
            </a:extLst>
          </p:cNvPr>
          <p:cNvSpPr>
            <a:spLocks noGrp="1"/>
          </p:cNvSpPr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EasyRide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Klassendiagramm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de-DE"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ChatGPT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verglichen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wird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nur</a:t>
            </a:r>
            <a:r>
              <a:rPr sz="1350" i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 die </a:t>
            </a:r>
            <a:r>
              <a:rPr sz="1350" i="1" err="1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Zeichenqualität</a:t>
            </a:r>
            <a:endParaRPr sz="1350" i="1">
              <a:solidFill>
                <a:srgbClr val="5B65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6ED54E-B2F2-4A2A-B917-B486DB1FB0A5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FBEBE9"/>
          </a:solidFill>
          <a:ln w="9525">
            <a:solidFill>
              <a:srgbClr val="B23A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C08A69-A808-403B-9542-5890C7C5FD44}"/>
              </a:ext>
            </a:extLst>
          </p:cNvPr>
          <p:cNvSpPr>
            <a:spLocks noGrp="1"/>
          </p:cNvSpPr>
          <p:nvPr/>
        </p:nvSpPr>
        <p:spPr>
          <a:xfrm>
            <a:off x="502920" y="178308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PLANTUML-AUTO-LAYOUT</a:t>
            </a:r>
          </a:p>
        </p:txBody>
      </p:sp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67994" y="2262552"/>
            <a:ext cx="5922508" cy="394833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2BAD80E-6D45-4F9E-B253-DA8D136BDEBC}"/>
              </a:ext>
            </a:extLst>
          </p:cNvPr>
          <p:cNvSpPr>
            <a:spLocks noGrp="1"/>
          </p:cNvSpPr>
          <p:nvPr/>
        </p:nvSpPr>
        <p:spPr>
          <a:xfrm>
            <a:off x="646128" y="6167235"/>
            <a:ext cx="65722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sz="1250" err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Fachlich</a:t>
            </a:r>
            <a:r>
              <a:rPr sz="125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korrekt</a:t>
            </a:r>
            <a:r>
              <a:rPr sz="125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250" err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aber</a:t>
            </a:r>
            <a:r>
              <a:rPr sz="125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mit</a:t>
            </a:r>
            <a:r>
              <a:rPr sz="125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weiten</a:t>
            </a:r>
            <a:r>
              <a:rPr sz="1250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Beziehungsbögen</a:t>
            </a:r>
            <a:endParaRPr sz="1250">
              <a:solidFill>
                <a:srgbClr val="B23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1F4440C-0737-4F21-A667-4DAA0585AB27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E7F4EC"/>
          </a:solidFill>
          <a:ln w="9525">
            <a:solidFill>
              <a:srgbClr val="1F7A4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AC95CC2-DA7F-4378-8B02-902B59329FAC}"/>
              </a:ext>
            </a:extLst>
          </p:cNvPr>
          <p:cNvSpPr>
            <a:spLocks noGrp="1"/>
          </p:cNvSpPr>
          <p:nvPr/>
        </p:nvSpPr>
        <p:spPr>
          <a:xfrm>
            <a:off x="6355080" y="1783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de-DE" sz="1100" b="1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DIREKT GEZEICHNET</a:t>
            </a:r>
            <a:endParaRPr sz="1100" b="1">
              <a:solidFill>
                <a:srgbClr val="1F7A4D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6" name="Image 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3276" y="2185415"/>
            <a:ext cx="3188453" cy="3863693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453354BE-9245-43E5-81E9-FB36F499CBB0}"/>
              </a:ext>
            </a:extLst>
          </p:cNvPr>
          <p:cNvSpPr>
            <a:spLocks noGrp="1"/>
          </p:cNvSpPr>
          <p:nvPr/>
        </p:nvSpPr>
        <p:spPr>
          <a:xfrm>
            <a:off x="6355080" y="6210890"/>
            <a:ext cx="409575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sz="1250" err="1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Derselbe</a:t>
            </a:r>
            <a:r>
              <a:rPr sz="1250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Inhalt</a:t>
            </a:r>
            <a:r>
              <a:rPr sz="1250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kompakter</a:t>
            </a:r>
            <a:r>
              <a:rPr sz="1250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50" err="1">
                <a:solidFill>
                  <a:srgbClr val="1F7A4D"/>
                </a:solidFill>
                <a:latin typeface="Calibri"/>
                <a:ea typeface="Calibri"/>
                <a:cs typeface="Calibri"/>
              </a:rPr>
              <a:t>angeordnet</a:t>
            </a:r>
            <a:endParaRPr sz="1250">
              <a:solidFill>
                <a:srgbClr val="1F7A4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E573B89-4C59-4F35-AD5D-6BDE1B20AC38}"/>
              </a:ext>
            </a:extLst>
          </p:cNvPr>
          <p:cNvSpPr>
            <a:spLocks noGrp="1"/>
          </p:cNvSpPr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lang="de-DE" sz="1000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14</a:t>
            </a:r>
            <a:endParaRPr sz="1000">
              <a:solidFill>
                <a:srgbClr val="5B657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6D8AA32-7E92-4F32-B2EA-1FF8800E3D53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Modellierung mit KI · UML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13A5C53F-E24B-2ECE-77E2-3A576846513C}"/>
              </a:ext>
            </a:extLst>
          </p:cNvPr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kern="0" spc="200">
                <a:solidFill>
                  <a:srgbClr val="3E5FA3"/>
                </a:solidFill>
                <a:latin typeface="Calibri"/>
                <a:ea typeface="Calibri"/>
                <a:cs typeface="Calibri"/>
              </a:rPr>
              <a:t>4 · KERNBEFUNDE — LAYOUT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3098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KERNBEFUNDE — PROMPTS &amp; WIEDERHOLBARKEIT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Gleicher Prompt, anderes Modell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Konnten wir die Ergebnisse durch Prompt-Anpassungen verbessern?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Eine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echte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Prompt-Iteration war nicht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nötig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schon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Version 1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erfüllte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alle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Mindestanforderungen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 Die Fehler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lagen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im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Zeichnen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, nicht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im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Prompt-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Verständnis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Zweite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Durchläufe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mit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überarbeitetem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Prompt in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frischer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Session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wie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stabil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das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Ergebnis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überhaupt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?</a:t>
            </a:r>
            <a:endParaRPr lang="en-US" sz="1350">
              <a:latin typeface="Calibri"/>
              <a:ea typeface="Calibri"/>
              <a:cs typeface="Calibri"/>
            </a:endParaRPr>
          </a:p>
          <a:p>
            <a:pPr marL="152400" indent="-1524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Antwort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: Jedes Modell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ist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ein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anderer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Wurf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–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inhaltlich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vertretbar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aber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im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 Detail </a:t>
            </a:r>
            <a:r>
              <a:rPr lang="en-US" sz="1350" err="1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verschieden</a:t>
            </a:r>
            <a:r>
              <a:rPr lang="en-US" sz="1350">
                <a:solidFill>
                  <a:srgbClr val="1C243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55080" y="1691640"/>
            <a:ext cx="5349240" cy="4069080"/>
          </a:xfrm>
          <a:prstGeom prst="roundRect">
            <a:avLst>
              <a:gd name="adj" fmla="val 2697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BEOBACHTETE VARIANZ ZWISCHEN ZWEI DURCHLÄUFEN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629400" y="224028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EasyRide · Aktivität: In einem Durchlauf fehlen ganze Aktivitäten, die der andere enthält.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EasyScoot · Aktivität: Der zweite Durchlauf verliert den letzten Schritt „Zusammenfassung einsehen“.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EasyScoot · Klassendiagramm: Statuswerte einmal unverbunden, einmal korrekt am E-Scooter.</a:t>
            </a:r>
            <a:endParaRPr lang="en-US" sz="125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EasyLib · Klassendiagramm: Erst der zweite Durchlauf ergänzt die Bibliotheksausweis-Klasse, die wir im ersten vermisst hatten.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15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3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GRENZEN DER STUDIE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unser Vergleich (noch) nicht kann</a:t>
            </a:r>
            <a:endParaRPr lang="en-US" sz="3000"/>
          </a:p>
        </p:txBody>
      </p:sp>
      <p:sp>
        <p:nvSpPr>
          <p:cNvPr id="7" name="Shape 5"/>
          <p:cNvSpPr/>
          <p:nvPr/>
        </p:nvSpPr>
        <p:spPr>
          <a:xfrm>
            <a:off x="502920" y="1904505"/>
            <a:ext cx="11173968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77240" y="195936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Bewertung teils KI-gestützt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3749040" y="1941081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Teile der Einzelbewertungen wurden von KI-Agenten erstellt. Dieser Vortrag stützt sich deshalb auf die von uns geprüften Befunde und Beispiele – nicht auf die Bewertungszahlen.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02920" y="2956065"/>
            <a:ext cx="11173968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77240" y="301092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Claudes Direktbilder sind abgeleitet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749040" y="2992641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Außer bei den Sequenzdiagrammen zeichnete Claude sein Bild aus dem eigenen PlantUML-Code. Der Code-vs.-Bild-Vergleich stützt sich daher vor allem auf die ChatGPT-Zellen.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502920" y="4007625"/>
            <a:ext cx="11173968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9E1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77240" y="406248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Zweite Durchläufe teils offen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3749040" y="4044201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>
                <a:solidFill>
                  <a:srgbClr val="1C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Wiederholungs-Durchläufe sind noch nicht vollständig ausgewertet; eine echte Prompt-Iteration steht aus.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Kernaussage bleibt: Beide KIs liefern kompilierbaren, weitgehend korrekten Code – die Fehlerquelle ist das Zeichnen.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16586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575"/>
                </a:solidFill>
                <a:latin typeface="Calibri"/>
                <a:ea typeface="Calibri"/>
                <a:cs typeface="Calibri"/>
              </a:rPr>
              <a:t>16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Modellierung mit KI · UML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69880" y="5623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ADCFC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10963656" y="5623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E5FA3">
              <a:alpha val="6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11457432" y="56235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ADCFC">
              <a:alpha val="2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0469880" y="6117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10963656" y="6117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CADCFC">
              <a:alpha val="40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11457432" y="6117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E5FA3">
              <a:alpha val="65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ERKENNTNISSE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aus 24 Zellen mitnehmen</a:t>
            </a:r>
            <a:endParaRPr lang="en-US" sz="3000"/>
          </a:p>
        </p:txBody>
      </p:sp>
      <p:sp>
        <p:nvSpPr>
          <p:cNvPr id="10" name="Shape 8"/>
          <p:cNvSpPr/>
          <p:nvPr/>
        </p:nvSpPr>
        <p:spPr>
          <a:xfrm>
            <a:off x="640080" y="1764792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400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PlantUML-Code als maßgebliche Form verwenden – präziser, vollständiger und in Sekunden korrigierbar.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640080" y="2551176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234440" y="252374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Direktbilder höchstens zur Präsentation – und vorher gegen den Code prüfen: Schön heißt nicht richtig.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4008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234440" y="331012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Diagrammtypen mit fester Grundstruktur (Aktivität, Sequenz) sind zuverlässig – Use-Case- und Klassendiagramm-Layout bleiben Baustellen.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640080" y="4123944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1234440" y="409651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Struktur des Lastenhefts wirkt stärker als sein Umfang – klare Leistungslisten führen zu vollständigen Modellen.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640080" y="4910328"/>
            <a:ext cx="384048" cy="384048"/>
          </a:xfrm>
          <a:prstGeom prst="ellipse">
            <a:avLst/>
          </a:prstGeom>
          <a:solidFill>
            <a:srgbClr val="3E5FA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24" name="Text 22"/>
          <p:cNvSpPr/>
          <p:nvPr/>
        </p:nvSpPr>
        <p:spPr>
          <a:xfrm>
            <a:off x="1234440" y="488289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KI-Durchlauf ist keine Spezifikation: KI-Modellierung braucht Versionierung und systematische Evaluation.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— Fragen?</a:t>
            </a:r>
            <a:endParaRPr 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1910</Words>
  <Application>Microsoft Office PowerPoint</Application>
  <PresentationFormat>Widescreen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Modellierung mit KI – Multi-Case-Study mit UML</dc:title>
  <dc:subject>PptxGenJS Presentation</dc:subject>
  <dc:creator>Gruppe UML – Modellierung mit KI</dc:creator>
  <cp:lastModifiedBy>Bastian Menzel / HFW424</cp:lastModifiedBy>
  <cp:revision>2</cp:revision>
  <dcterms:created xsi:type="dcterms:W3CDTF">2026-07-16T19:46:17Z</dcterms:created>
  <dcterms:modified xsi:type="dcterms:W3CDTF">2026-07-20T11:13:20Z</dcterms:modified>
</cp:coreProperties>
</file>